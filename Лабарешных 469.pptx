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Figtree" panose="020B0604020202020204" charset="0"/>
      <p:regular r:id="rId19"/>
      <p:bold r:id="rId20"/>
      <p:italic r:id="rId21"/>
      <p:boldItalic r:id="rId22"/>
    </p:embeddedFont>
    <p:embeddedFont>
      <p:font typeface="Figtree ExtraBold" panose="020B0604020202020204" charset="0"/>
      <p:bold r:id="rId23"/>
      <p:boldItalic r:id="rId24"/>
    </p:embeddedFont>
    <p:embeddedFont>
      <p:font typeface="Figtree SemiBold" panose="020B0604020202020204" charset="0"/>
      <p:regular r:id="rId25"/>
      <p:bold r:id="rId26"/>
      <p:italic r:id="rId27"/>
      <p:boldItalic r:id="rId28"/>
    </p:embeddedFont>
    <p:embeddedFont>
      <p:font typeface="Inter" panose="020B0604020202020204" charset="0"/>
      <p:regular r:id="rId29"/>
      <p:bold r:id="rId30"/>
      <p:italic r:id="rId31"/>
      <p:boldItalic r:id="rId32"/>
    </p:embeddedFont>
    <p:embeddedFont>
      <p:font typeface="Inter Medium" panose="020B0604020202020204" charset="0"/>
      <p:regular r:id="rId33"/>
      <p:bold r:id="rId34"/>
      <p:italic r:id="rId35"/>
      <p:boldItalic r:id="rId36"/>
    </p:embeddedFont>
    <p:embeddedFont>
      <p:font typeface="Manrope" panose="020B0604020202020204" charset="0"/>
      <p:regular r:id="rId37"/>
      <p:bold r:id="rId38"/>
    </p:embeddedFont>
    <p:embeddedFont>
      <p:font typeface="Tilt Neon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26" y="77"/>
      </p:cViewPr>
      <p:guideLst>
        <p:guide orient="horz" pos="2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84ff324e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684ff324e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 flipH="1">
            <a:off x="0" y="-200"/>
            <a:ext cx="7841100" cy="1426200"/>
          </a:xfrm>
          <a:prstGeom prst="round1Rect">
            <a:avLst>
              <a:gd name="adj" fmla="val 2716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32000" y="289700"/>
            <a:ext cx="6372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32000" y="1727700"/>
            <a:ext cx="6372000" cy="30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CAPTION_ONLY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" name="Google Shape;16;p3"/>
          <p:cNvSpPr/>
          <p:nvPr/>
        </p:nvSpPr>
        <p:spPr>
          <a:xfrm flipH="1">
            <a:off x="4821775" y="-15150"/>
            <a:ext cx="4367700" cy="517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4821875" y="-29300"/>
            <a:ext cx="3083700" cy="4490400"/>
          </a:xfrm>
          <a:prstGeom prst="round1Rect">
            <a:avLst>
              <a:gd name="adj" fmla="val 22635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471600" y="363600"/>
            <a:ext cx="420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71600" y="1044000"/>
            <a:ext cx="4201200" cy="3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5098725" y="510450"/>
            <a:ext cx="3867900" cy="4648200"/>
          </a:xfrm>
          <a:prstGeom prst="round1Rect">
            <a:avLst>
              <a:gd name="adj" fmla="val 2250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14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354592" y="305375"/>
            <a:ext cx="8452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464200" y="2101500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64200" y="2677775"/>
            <a:ext cx="2598300" cy="21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3"/>
          </p:nvPr>
        </p:nvSpPr>
        <p:spPr>
          <a:xfrm>
            <a:off x="460650" y="1176925"/>
            <a:ext cx="878700" cy="878700"/>
          </a:xfrm>
          <a:prstGeom prst="roundRect">
            <a:avLst>
              <a:gd name="adj" fmla="val 11134"/>
            </a:avLst>
          </a:prstGeom>
          <a:noFill/>
          <a:ln>
            <a:noFill/>
          </a:ln>
        </p:spPr>
      </p:sp>
      <p:sp>
        <p:nvSpPr>
          <p:cNvPr id="26" name="Google Shape;26;p4"/>
          <p:cNvSpPr txBox="1">
            <a:spLocks noGrp="1"/>
          </p:cNvSpPr>
          <p:nvPr>
            <p:ph type="subTitle" idx="4"/>
          </p:nvPr>
        </p:nvSpPr>
        <p:spPr>
          <a:xfrm>
            <a:off x="3281700" y="2107450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5"/>
          </p:nvPr>
        </p:nvSpPr>
        <p:spPr>
          <a:xfrm>
            <a:off x="3281700" y="2683725"/>
            <a:ext cx="2598300" cy="21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8" name="Google Shape;28;p4"/>
          <p:cNvSpPr>
            <a:spLocks noGrp="1"/>
          </p:cNvSpPr>
          <p:nvPr>
            <p:ph type="pic" idx="6"/>
          </p:nvPr>
        </p:nvSpPr>
        <p:spPr>
          <a:xfrm>
            <a:off x="3278150" y="1182875"/>
            <a:ext cx="878700" cy="878700"/>
          </a:xfrm>
          <a:prstGeom prst="roundRect">
            <a:avLst>
              <a:gd name="adj" fmla="val 11134"/>
            </a:avLst>
          </a:prstGeom>
          <a:noFill/>
          <a:ln>
            <a:noFill/>
          </a:ln>
        </p:spPr>
      </p:sp>
      <p:sp>
        <p:nvSpPr>
          <p:cNvPr id="29" name="Google Shape;29;p4"/>
          <p:cNvSpPr txBox="1">
            <a:spLocks noGrp="1"/>
          </p:cNvSpPr>
          <p:nvPr>
            <p:ph type="subTitle" idx="7"/>
          </p:nvPr>
        </p:nvSpPr>
        <p:spPr>
          <a:xfrm>
            <a:off x="6102750" y="2107450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8"/>
          </p:nvPr>
        </p:nvSpPr>
        <p:spPr>
          <a:xfrm>
            <a:off x="6102750" y="2683725"/>
            <a:ext cx="2598300" cy="21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1" name="Google Shape;31;p4"/>
          <p:cNvSpPr>
            <a:spLocks noGrp="1"/>
          </p:cNvSpPr>
          <p:nvPr>
            <p:ph type="pic" idx="9"/>
          </p:nvPr>
        </p:nvSpPr>
        <p:spPr>
          <a:xfrm>
            <a:off x="6099200" y="1182875"/>
            <a:ext cx="878700" cy="878700"/>
          </a:xfrm>
          <a:prstGeom prst="roundRect">
            <a:avLst>
              <a:gd name="adj" fmla="val 11134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/>
        </p:nvSpPr>
        <p:spPr>
          <a:xfrm flipH="1">
            <a:off x="2187256" y="1494775"/>
            <a:ext cx="243000" cy="243000"/>
          </a:xfrm>
          <a:prstGeom prst="roundRect">
            <a:avLst>
              <a:gd name="adj" fmla="val 306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 flipH="1">
            <a:off x="5006531" y="1494775"/>
            <a:ext cx="243000" cy="243000"/>
          </a:xfrm>
          <a:prstGeom prst="roundRect">
            <a:avLst>
              <a:gd name="adj" fmla="val 306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 flipH="1">
            <a:off x="7827581" y="1494775"/>
            <a:ext cx="243000" cy="243000"/>
          </a:xfrm>
          <a:prstGeom prst="roundRect">
            <a:avLst>
              <a:gd name="adj" fmla="val 306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items in a list v2">
  <p:cSld name="TITLE_AND_BODY_1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37200"/>
          </a:xfrm>
          <a:prstGeom prst="rect">
            <a:avLst/>
          </a:prstGeom>
          <a:solidFill>
            <a:srgbClr val="FF8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322875" y="4477175"/>
            <a:ext cx="2418600" cy="91800"/>
          </a:xfrm>
          <a:prstGeom prst="rect">
            <a:avLst/>
          </a:prstGeom>
          <a:solidFill>
            <a:srgbClr val="FF8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079500" y="4477175"/>
            <a:ext cx="2418600" cy="91800"/>
          </a:xfrm>
          <a:prstGeom prst="rect">
            <a:avLst/>
          </a:prstGeom>
          <a:solidFill>
            <a:srgbClr val="FF8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45900" y="4477175"/>
            <a:ext cx="2418600" cy="91800"/>
          </a:xfrm>
          <a:prstGeom prst="rect">
            <a:avLst/>
          </a:prstGeom>
          <a:solidFill>
            <a:srgbClr val="FF8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65200" y="1839600"/>
            <a:ext cx="2577600" cy="2635200"/>
          </a:xfrm>
          <a:prstGeom prst="rect">
            <a:avLst/>
          </a:prstGeom>
          <a:solidFill>
            <a:srgbClr val="FFFFFF">
              <a:alpha val="9803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314325" dist="95250" dir="51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561600" y="1608200"/>
            <a:ext cx="510600" cy="51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283200" y="1839600"/>
            <a:ext cx="2577600" cy="2635200"/>
          </a:xfrm>
          <a:prstGeom prst="rect">
            <a:avLst/>
          </a:prstGeom>
          <a:solidFill>
            <a:srgbClr val="FFFFFF">
              <a:alpha val="9803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314325" dist="95250" dir="51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316700" y="1608200"/>
            <a:ext cx="510600" cy="51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001200" y="1839600"/>
            <a:ext cx="2577600" cy="2635200"/>
          </a:xfrm>
          <a:prstGeom prst="rect">
            <a:avLst/>
          </a:prstGeom>
          <a:solidFill>
            <a:srgbClr val="FFFFFF">
              <a:alpha val="9803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314325" dist="95250" dir="51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034700" y="1608200"/>
            <a:ext cx="510600" cy="51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550919" y="161045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4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317899" y="1610450"/>
            <a:ext cx="4818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4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027449" y="161045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4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2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3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54" name="Google Shape;54;p5"/>
          <p:cNvSpPr/>
          <p:nvPr/>
        </p:nvSpPr>
        <p:spPr>
          <a:xfrm rot="1443446">
            <a:off x="8639017" y="102008"/>
            <a:ext cx="245014" cy="686036"/>
          </a:xfrm>
          <a:custGeom>
            <a:avLst/>
            <a:gdLst/>
            <a:ahLst/>
            <a:cxnLst/>
            <a:rect l="l" t="t" r="r" b="b"/>
            <a:pathLst>
              <a:path w="1110" h="3108" extrusionOk="0">
                <a:moveTo>
                  <a:pt x="0" y="556"/>
                </a:moveTo>
                <a:lnTo>
                  <a:pt x="3" y="499"/>
                </a:lnTo>
                <a:lnTo>
                  <a:pt x="11" y="444"/>
                </a:lnTo>
                <a:lnTo>
                  <a:pt x="25" y="391"/>
                </a:lnTo>
                <a:lnTo>
                  <a:pt x="44" y="339"/>
                </a:lnTo>
                <a:lnTo>
                  <a:pt x="67" y="291"/>
                </a:lnTo>
                <a:lnTo>
                  <a:pt x="95" y="245"/>
                </a:lnTo>
                <a:lnTo>
                  <a:pt x="127" y="202"/>
                </a:lnTo>
                <a:lnTo>
                  <a:pt x="163" y="163"/>
                </a:lnTo>
                <a:lnTo>
                  <a:pt x="202" y="127"/>
                </a:lnTo>
                <a:lnTo>
                  <a:pt x="245" y="95"/>
                </a:lnTo>
                <a:lnTo>
                  <a:pt x="291" y="67"/>
                </a:lnTo>
                <a:lnTo>
                  <a:pt x="339" y="44"/>
                </a:lnTo>
                <a:lnTo>
                  <a:pt x="390" y="25"/>
                </a:lnTo>
                <a:lnTo>
                  <a:pt x="444" y="11"/>
                </a:lnTo>
                <a:lnTo>
                  <a:pt x="499" y="3"/>
                </a:lnTo>
                <a:lnTo>
                  <a:pt x="556" y="0"/>
                </a:lnTo>
                <a:lnTo>
                  <a:pt x="612" y="3"/>
                </a:lnTo>
                <a:lnTo>
                  <a:pt x="667" y="11"/>
                </a:lnTo>
                <a:lnTo>
                  <a:pt x="720" y="25"/>
                </a:lnTo>
                <a:lnTo>
                  <a:pt x="771" y="44"/>
                </a:lnTo>
                <a:lnTo>
                  <a:pt x="820" y="67"/>
                </a:lnTo>
                <a:lnTo>
                  <a:pt x="865" y="95"/>
                </a:lnTo>
                <a:lnTo>
                  <a:pt x="908" y="127"/>
                </a:lnTo>
                <a:lnTo>
                  <a:pt x="947" y="163"/>
                </a:lnTo>
                <a:lnTo>
                  <a:pt x="983" y="202"/>
                </a:lnTo>
                <a:lnTo>
                  <a:pt x="1015" y="245"/>
                </a:lnTo>
                <a:lnTo>
                  <a:pt x="1043" y="291"/>
                </a:lnTo>
                <a:lnTo>
                  <a:pt x="1066" y="339"/>
                </a:lnTo>
                <a:lnTo>
                  <a:pt x="1085" y="391"/>
                </a:lnTo>
                <a:lnTo>
                  <a:pt x="1099" y="444"/>
                </a:lnTo>
                <a:lnTo>
                  <a:pt x="1107" y="499"/>
                </a:lnTo>
                <a:lnTo>
                  <a:pt x="1110" y="556"/>
                </a:lnTo>
                <a:lnTo>
                  <a:pt x="1110" y="2632"/>
                </a:lnTo>
                <a:lnTo>
                  <a:pt x="1108" y="2681"/>
                </a:lnTo>
                <a:lnTo>
                  <a:pt x="1100" y="2728"/>
                </a:lnTo>
                <a:lnTo>
                  <a:pt x="1089" y="2774"/>
                </a:lnTo>
                <a:lnTo>
                  <a:pt x="1073" y="2817"/>
                </a:lnTo>
                <a:lnTo>
                  <a:pt x="1053" y="2859"/>
                </a:lnTo>
                <a:lnTo>
                  <a:pt x="1029" y="2898"/>
                </a:lnTo>
                <a:lnTo>
                  <a:pt x="1001" y="2935"/>
                </a:lnTo>
                <a:lnTo>
                  <a:pt x="971" y="2969"/>
                </a:lnTo>
                <a:lnTo>
                  <a:pt x="937" y="2999"/>
                </a:lnTo>
                <a:lnTo>
                  <a:pt x="900" y="3027"/>
                </a:lnTo>
                <a:lnTo>
                  <a:pt x="861" y="3051"/>
                </a:lnTo>
                <a:lnTo>
                  <a:pt x="820" y="3071"/>
                </a:lnTo>
                <a:lnTo>
                  <a:pt x="776" y="3087"/>
                </a:lnTo>
                <a:lnTo>
                  <a:pt x="730" y="3098"/>
                </a:lnTo>
                <a:lnTo>
                  <a:pt x="683" y="3106"/>
                </a:lnTo>
                <a:lnTo>
                  <a:pt x="634" y="3108"/>
                </a:lnTo>
                <a:lnTo>
                  <a:pt x="586" y="3106"/>
                </a:lnTo>
                <a:lnTo>
                  <a:pt x="539" y="3098"/>
                </a:lnTo>
                <a:lnTo>
                  <a:pt x="493" y="3087"/>
                </a:lnTo>
                <a:lnTo>
                  <a:pt x="449" y="3071"/>
                </a:lnTo>
                <a:lnTo>
                  <a:pt x="408" y="3051"/>
                </a:lnTo>
                <a:lnTo>
                  <a:pt x="368" y="3027"/>
                </a:lnTo>
                <a:lnTo>
                  <a:pt x="332" y="2999"/>
                </a:lnTo>
                <a:lnTo>
                  <a:pt x="298" y="2969"/>
                </a:lnTo>
                <a:lnTo>
                  <a:pt x="267" y="2935"/>
                </a:lnTo>
                <a:lnTo>
                  <a:pt x="240" y="2898"/>
                </a:lnTo>
                <a:lnTo>
                  <a:pt x="216" y="2859"/>
                </a:lnTo>
                <a:lnTo>
                  <a:pt x="196" y="2817"/>
                </a:lnTo>
                <a:lnTo>
                  <a:pt x="180" y="2774"/>
                </a:lnTo>
                <a:lnTo>
                  <a:pt x="168" y="2728"/>
                </a:lnTo>
                <a:lnTo>
                  <a:pt x="161" y="2681"/>
                </a:lnTo>
                <a:lnTo>
                  <a:pt x="159" y="2632"/>
                </a:lnTo>
                <a:lnTo>
                  <a:pt x="159" y="1171"/>
                </a:lnTo>
                <a:lnTo>
                  <a:pt x="161" y="1132"/>
                </a:lnTo>
                <a:lnTo>
                  <a:pt x="167" y="1095"/>
                </a:lnTo>
                <a:lnTo>
                  <a:pt x="176" y="1059"/>
                </a:lnTo>
                <a:lnTo>
                  <a:pt x="188" y="1024"/>
                </a:lnTo>
                <a:lnTo>
                  <a:pt x="204" y="991"/>
                </a:lnTo>
                <a:lnTo>
                  <a:pt x="223" y="960"/>
                </a:lnTo>
                <a:lnTo>
                  <a:pt x="245" y="931"/>
                </a:lnTo>
                <a:lnTo>
                  <a:pt x="269" y="904"/>
                </a:lnTo>
                <a:lnTo>
                  <a:pt x="296" y="880"/>
                </a:lnTo>
                <a:lnTo>
                  <a:pt x="325" y="858"/>
                </a:lnTo>
                <a:lnTo>
                  <a:pt x="356" y="839"/>
                </a:lnTo>
                <a:lnTo>
                  <a:pt x="389" y="823"/>
                </a:lnTo>
                <a:lnTo>
                  <a:pt x="424" y="811"/>
                </a:lnTo>
                <a:lnTo>
                  <a:pt x="460" y="801"/>
                </a:lnTo>
                <a:lnTo>
                  <a:pt x="497" y="796"/>
                </a:lnTo>
                <a:lnTo>
                  <a:pt x="536" y="794"/>
                </a:lnTo>
                <a:lnTo>
                  <a:pt x="574" y="796"/>
                </a:lnTo>
                <a:lnTo>
                  <a:pt x="611" y="801"/>
                </a:lnTo>
                <a:lnTo>
                  <a:pt x="647" y="811"/>
                </a:lnTo>
                <a:lnTo>
                  <a:pt x="682" y="823"/>
                </a:lnTo>
                <a:lnTo>
                  <a:pt x="715" y="839"/>
                </a:lnTo>
                <a:lnTo>
                  <a:pt x="746" y="858"/>
                </a:lnTo>
                <a:lnTo>
                  <a:pt x="775" y="880"/>
                </a:lnTo>
                <a:lnTo>
                  <a:pt x="801" y="904"/>
                </a:lnTo>
                <a:lnTo>
                  <a:pt x="826" y="931"/>
                </a:lnTo>
                <a:lnTo>
                  <a:pt x="847" y="960"/>
                </a:lnTo>
                <a:lnTo>
                  <a:pt x="866" y="991"/>
                </a:lnTo>
                <a:lnTo>
                  <a:pt x="882" y="1024"/>
                </a:lnTo>
                <a:lnTo>
                  <a:pt x="894" y="1059"/>
                </a:lnTo>
                <a:lnTo>
                  <a:pt x="904" y="1095"/>
                </a:lnTo>
                <a:lnTo>
                  <a:pt x="909" y="1132"/>
                </a:lnTo>
                <a:lnTo>
                  <a:pt x="911" y="1171"/>
                </a:lnTo>
                <a:lnTo>
                  <a:pt x="911" y="2327"/>
                </a:lnTo>
                <a:lnTo>
                  <a:pt x="911" y="2331"/>
                </a:lnTo>
                <a:lnTo>
                  <a:pt x="910" y="2335"/>
                </a:lnTo>
                <a:lnTo>
                  <a:pt x="909" y="2339"/>
                </a:lnTo>
                <a:lnTo>
                  <a:pt x="908" y="2343"/>
                </a:lnTo>
                <a:lnTo>
                  <a:pt x="907" y="2346"/>
                </a:lnTo>
                <a:lnTo>
                  <a:pt x="905" y="2350"/>
                </a:lnTo>
                <a:lnTo>
                  <a:pt x="902" y="2353"/>
                </a:lnTo>
                <a:lnTo>
                  <a:pt x="900" y="2355"/>
                </a:lnTo>
                <a:lnTo>
                  <a:pt x="897" y="2358"/>
                </a:lnTo>
                <a:lnTo>
                  <a:pt x="894" y="2360"/>
                </a:lnTo>
                <a:lnTo>
                  <a:pt x="891" y="2362"/>
                </a:lnTo>
                <a:lnTo>
                  <a:pt x="888" y="2364"/>
                </a:lnTo>
                <a:lnTo>
                  <a:pt x="884" y="2365"/>
                </a:lnTo>
                <a:lnTo>
                  <a:pt x="880" y="2366"/>
                </a:lnTo>
                <a:lnTo>
                  <a:pt x="876" y="2367"/>
                </a:lnTo>
                <a:lnTo>
                  <a:pt x="872" y="2367"/>
                </a:lnTo>
                <a:lnTo>
                  <a:pt x="868" y="2367"/>
                </a:lnTo>
                <a:lnTo>
                  <a:pt x="864" y="2366"/>
                </a:lnTo>
                <a:lnTo>
                  <a:pt x="860" y="2365"/>
                </a:lnTo>
                <a:lnTo>
                  <a:pt x="857" y="2364"/>
                </a:lnTo>
                <a:lnTo>
                  <a:pt x="853" y="2362"/>
                </a:lnTo>
                <a:lnTo>
                  <a:pt x="850" y="2360"/>
                </a:lnTo>
                <a:lnTo>
                  <a:pt x="847" y="2358"/>
                </a:lnTo>
                <a:lnTo>
                  <a:pt x="844" y="2355"/>
                </a:lnTo>
                <a:lnTo>
                  <a:pt x="841" y="2353"/>
                </a:lnTo>
                <a:lnTo>
                  <a:pt x="839" y="2350"/>
                </a:lnTo>
                <a:lnTo>
                  <a:pt x="837" y="2346"/>
                </a:lnTo>
                <a:lnTo>
                  <a:pt x="835" y="2343"/>
                </a:lnTo>
                <a:lnTo>
                  <a:pt x="834" y="2339"/>
                </a:lnTo>
                <a:lnTo>
                  <a:pt x="833" y="2335"/>
                </a:lnTo>
                <a:lnTo>
                  <a:pt x="832" y="2331"/>
                </a:lnTo>
                <a:lnTo>
                  <a:pt x="832" y="2327"/>
                </a:lnTo>
                <a:lnTo>
                  <a:pt x="832" y="1171"/>
                </a:lnTo>
                <a:lnTo>
                  <a:pt x="831" y="1140"/>
                </a:lnTo>
                <a:lnTo>
                  <a:pt x="826" y="1111"/>
                </a:lnTo>
                <a:lnTo>
                  <a:pt x="819" y="1082"/>
                </a:lnTo>
                <a:lnTo>
                  <a:pt x="809" y="1055"/>
                </a:lnTo>
                <a:lnTo>
                  <a:pt x="797" y="1029"/>
                </a:lnTo>
                <a:lnTo>
                  <a:pt x="782" y="1004"/>
                </a:lnTo>
                <a:lnTo>
                  <a:pt x="765" y="981"/>
                </a:lnTo>
                <a:lnTo>
                  <a:pt x="746" y="960"/>
                </a:lnTo>
                <a:lnTo>
                  <a:pt x="724" y="941"/>
                </a:lnTo>
                <a:lnTo>
                  <a:pt x="702" y="924"/>
                </a:lnTo>
                <a:lnTo>
                  <a:pt x="677" y="909"/>
                </a:lnTo>
                <a:lnTo>
                  <a:pt x="651" y="896"/>
                </a:lnTo>
                <a:lnTo>
                  <a:pt x="624" y="886"/>
                </a:lnTo>
                <a:lnTo>
                  <a:pt x="595" y="879"/>
                </a:lnTo>
                <a:lnTo>
                  <a:pt x="566" y="874"/>
                </a:lnTo>
                <a:lnTo>
                  <a:pt x="536" y="873"/>
                </a:lnTo>
                <a:lnTo>
                  <a:pt x="505" y="874"/>
                </a:lnTo>
                <a:lnTo>
                  <a:pt x="476" y="879"/>
                </a:lnTo>
                <a:lnTo>
                  <a:pt x="447" y="886"/>
                </a:lnTo>
                <a:lnTo>
                  <a:pt x="420" y="896"/>
                </a:lnTo>
                <a:lnTo>
                  <a:pt x="394" y="909"/>
                </a:lnTo>
                <a:lnTo>
                  <a:pt x="369" y="924"/>
                </a:lnTo>
                <a:lnTo>
                  <a:pt x="346" y="941"/>
                </a:lnTo>
                <a:lnTo>
                  <a:pt x="325" y="960"/>
                </a:lnTo>
                <a:lnTo>
                  <a:pt x="306" y="981"/>
                </a:lnTo>
                <a:lnTo>
                  <a:pt x="289" y="1004"/>
                </a:lnTo>
                <a:lnTo>
                  <a:pt x="274" y="1029"/>
                </a:lnTo>
                <a:lnTo>
                  <a:pt x="261" y="1055"/>
                </a:lnTo>
                <a:lnTo>
                  <a:pt x="251" y="1082"/>
                </a:lnTo>
                <a:lnTo>
                  <a:pt x="244" y="1111"/>
                </a:lnTo>
                <a:lnTo>
                  <a:pt x="239" y="1140"/>
                </a:lnTo>
                <a:lnTo>
                  <a:pt x="238" y="1171"/>
                </a:lnTo>
                <a:lnTo>
                  <a:pt x="238" y="2632"/>
                </a:lnTo>
                <a:lnTo>
                  <a:pt x="240" y="2673"/>
                </a:lnTo>
                <a:lnTo>
                  <a:pt x="246" y="2712"/>
                </a:lnTo>
                <a:lnTo>
                  <a:pt x="256" y="2750"/>
                </a:lnTo>
                <a:lnTo>
                  <a:pt x="269" y="2786"/>
                </a:lnTo>
                <a:lnTo>
                  <a:pt x="286" y="2821"/>
                </a:lnTo>
                <a:lnTo>
                  <a:pt x="306" y="2854"/>
                </a:lnTo>
                <a:lnTo>
                  <a:pt x="328" y="2884"/>
                </a:lnTo>
                <a:lnTo>
                  <a:pt x="354" y="2912"/>
                </a:lnTo>
                <a:lnTo>
                  <a:pt x="382" y="2938"/>
                </a:lnTo>
                <a:lnTo>
                  <a:pt x="413" y="2960"/>
                </a:lnTo>
                <a:lnTo>
                  <a:pt x="445" y="2980"/>
                </a:lnTo>
                <a:lnTo>
                  <a:pt x="480" y="2997"/>
                </a:lnTo>
                <a:lnTo>
                  <a:pt x="517" y="3010"/>
                </a:lnTo>
                <a:lnTo>
                  <a:pt x="555" y="3020"/>
                </a:lnTo>
                <a:lnTo>
                  <a:pt x="594" y="3026"/>
                </a:lnTo>
                <a:lnTo>
                  <a:pt x="634" y="3028"/>
                </a:lnTo>
                <a:lnTo>
                  <a:pt x="675" y="3026"/>
                </a:lnTo>
                <a:lnTo>
                  <a:pt x="714" y="3020"/>
                </a:lnTo>
                <a:lnTo>
                  <a:pt x="752" y="3010"/>
                </a:lnTo>
                <a:lnTo>
                  <a:pt x="789" y="2997"/>
                </a:lnTo>
                <a:lnTo>
                  <a:pt x="823" y="2980"/>
                </a:lnTo>
                <a:lnTo>
                  <a:pt x="856" y="2960"/>
                </a:lnTo>
                <a:lnTo>
                  <a:pt x="886" y="2938"/>
                </a:lnTo>
                <a:lnTo>
                  <a:pt x="914" y="2912"/>
                </a:lnTo>
                <a:lnTo>
                  <a:pt x="940" y="2884"/>
                </a:lnTo>
                <a:lnTo>
                  <a:pt x="963" y="2854"/>
                </a:lnTo>
                <a:lnTo>
                  <a:pt x="982" y="2821"/>
                </a:lnTo>
                <a:lnTo>
                  <a:pt x="999" y="2786"/>
                </a:lnTo>
                <a:lnTo>
                  <a:pt x="1012" y="2750"/>
                </a:lnTo>
                <a:lnTo>
                  <a:pt x="1022" y="2712"/>
                </a:lnTo>
                <a:lnTo>
                  <a:pt x="1028" y="2673"/>
                </a:lnTo>
                <a:lnTo>
                  <a:pt x="1030" y="2632"/>
                </a:lnTo>
                <a:lnTo>
                  <a:pt x="1030" y="556"/>
                </a:lnTo>
                <a:lnTo>
                  <a:pt x="1028" y="507"/>
                </a:lnTo>
                <a:lnTo>
                  <a:pt x="1020" y="460"/>
                </a:lnTo>
                <a:lnTo>
                  <a:pt x="1009" y="414"/>
                </a:lnTo>
                <a:lnTo>
                  <a:pt x="993" y="371"/>
                </a:lnTo>
                <a:lnTo>
                  <a:pt x="973" y="329"/>
                </a:lnTo>
                <a:lnTo>
                  <a:pt x="949" y="290"/>
                </a:lnTo>
                <a:lnTo>
                  <a:pt x="922" y="253"/>
                </a:lnTo>
                <a:lnTo>
                  <a:pt x="891" y="219"/>
                </a:lnTo>
                <a:lnTo>
                  <a:pt x="857" y="189"/>
                </a:lnTo>
                <a:lnTo>
                  <a:pt x="821" y="161"/>
                </a:lnTo>
                <a:lnTo>
                  <a:pt x="782" y="137"/>
                </a:lnTo>
                <a:lnTo>
                  <a:pt x="740" y="117"/>
                </a:lnTo>
                <a:lnTo>
                  <a:pt x="697" y="101"/>
                </a:lnTo>
                <a:lnTo>
                  <a:pt x="651" y="90"/>
                </a:lnTo>
                <a:lnTo>
                  <a:pt x="604" y="82"/>
                </a:lnTo>
                <a:lnTo>
                  <a:pt x="556" y="80"/>
                </a:lnTo>
                <a:lnTo>
                  <a:pt x="507" y="82"/>
                </a:lnTo>
                <a:lnTo>
                  <a:pt x="460" y="90"/>
                </a:lnTo>
                <a:lnTo>
                  <a:pt x="414" y="101"/>
                </a:lnTo>
                <a:lnTo>
                  <a:pt x="371" y="117"/>
                </a:lnTo>
                <a:lnTo>
                  <a:pt x="329" y="137"/>
                </a:lnTo>
                <a:lnTo>
                  <a:pt x="290" y="161"/>
                </a:lnTo>
                <a:lnTo>
                  <a:pt x="253" y="189"/>
                </a:lnTo>
                <a:lnTo>
                  <a:pt x="219" y="219"/>
                </a:lnTo>
                <a:lnTo>
                  <a:pt x="189" y="253"/>
                </a:lnTo>
                <a:lnTo>
                  <a:pt x="161" y="290"/>
                </a:lnTo>
                <a:lnTo>
                  <a:pt x="137" y="329"/>
                </a:lnTo>
                <a:lnTo>
                  <a:pt x="117" y="371"/>
                </a:lnTo>
                <a:lnTo>
                  <a:pt x="101" y="414"/>
                </a:lnTo>
                <a:lnTo>
                  <a:pt x="90" y="460"/>
                </a:lnTo>
                <a:lnTo>
                  <a:pt x="82" y="507"/>
                </a:lnTo>
                <a:lnTo>
                  <a:pt x="80" y="556"/>
                </a:lnTo>
                <a:lnTo>
                  <a:pt x="80" y="1495"/>
                </a:lnTo>
                <a:lnTo>
                  <a:pt x="80" y="1499"/>
                </a:lnTo>
                <a:lnTo>
                  <a:pt x="79" y="1503"/>
                </a:lnTo>
                <a:lnTo>
                  <a:pt x="78" y="1506"/>
                </a:lnTo>
                <a:lnTo>
                  <a:pt x="77" y="1510"/>
                </a:lnTo>
                <a:lnTo>
                  <a:pt x="75" y="1514"/>
                </a:lnTo>
                <a:lnTo>
                  <a:pt x="73" y="1517"/>
                </a:lnTo>
                <a:lnTo>
                  <a:pt x="71" y="1520"/>
                </a:lnTo>
                <a:lnTo>
                  <a:pt x="68" y="1523"/>
                </a:lnTo>
                <a:lnTo>
                  <a:pt x="65" y="1525"/>
                </a:lnTo>
                <a:lnTo>
                  <a:pt x="62" y="1528"/>
                </a:lnTo>
                <a:lnTo>
                  <a:pt x="59" y="1530"/>
                </a:lnTo>
                <a:lnTo>
                  <a:pt x="55" y="1531"/>
                </a:lnTo>
                <a:lnTo>
                  <a:pt x="52" y="1533"/>
                </a:lnTo>
                <a:lnTo>
                  <a:pt x="48" y="1534"/>
                </a:lnTo>
                <a:lnTo>
                  <a:pt x="44" y="1534"/>
                </a:lnTo>
                <a:lnTo>
                  <a:pt x="40" y="1535"/>
                </a:lnTo>
                <a:lnTo>
                  <a:pt x="36" y="1534"/>
                </a:lnTo>
                <a:lnTo>
                  <a:pt x="32" y="1534"/>
                </a:lnTo>
                <a:lnTo>
                  <a:pt x="28" y="1533"/>
                </a:lnTo>
                <a:lnTo>
                  <a:pt x="24" y="1531"/>
                </a:lnTo>
                <a:lnTo>
                  <a:pt x="21" y="1530"/>
                </a:lnTo>
                <a:lnTo>
                  <a:pt x="18" y="1528"/>
                </a:lnTo>
                <a:lnTo>
                  <a:pt x="15" y="1525"/>
                </a:lnTo>
                <a:lnTo>
                  <a:pt x="12" y="1523"/>
                </a:lnTo>
                <a:lnTo>
                  <a:pt x="9" y="1520"/>
                </a:lnTo>
                <a:lnTo>
                  <a:pt x="7" y="1517"/>
                </a:lnTo>
                <a:lnTo>
                  <a:pt x="5" y="1514"/>
                </a:lnTo>
                <a:lnTo>
                  <a:pt x="3" y="1510"/>
                </a:lnTo>
                <a:lnTo>
                  <a:pt x="2" y="1506"/>
                </a:lnTo>
                <a:lnTo>
                  <a:pt x="1" y="1503"/>
                </a:lnTo>
                <a:lnTo>
                  <a:pt x="0" y="1499"/>
                </a:lnTo>
                <a:lnTo>
                  <a:pt x="0" y="1495"/>
                </a:lnTo>
                <a:lnTo>
                  <a:pt x="0" y="556"/>
                </a:lnTo>
                <a:close/>
              </a:path>
            </a:pathLst>
          </a:custGeom>
          <a:solidFill>
            <a:srgbClr val="FF81A9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-745302" y="-866540"/>
            <a:ext cx="1311564" cy="1311564"/>
          </a:xfrm>
          <a:custGeom>
            <a:avLst/>
            <a:gdLst/>
            <a:ahLst/>
            <a:cxnLst/>
            <a:rect l="l" t="t" r="r" b="b"/>
            <a:pathLst>
              <a:path w="4285" h="4285" extrusionOk="0">
                <a:moveTo>
                  <a:pt x="2143" y="4126"/>
                </a:moveTo>
                <a:lnTo>
                  <a:pt x="2345" y="4116"/>
                </a:lnTo>
                <a:lnTo>
                  <a:pt x="2542" y="4086"/>
                </a:lnTo>
                <a:lnTo>
                  <a:pt x="2732" y="4037"/>
                </a:lnTo>
                <a:lnTo>
                  <a:pt x="2915" y="3970"/>
                </a:lnTo>
                <a:lnTo>
                  <a:pt x="3088" y="3887"/>
                </a:lnTo>
                <a:lnTo>
                  <a:pt x="3252" y="3787"/>
                </a:lnTo>
                <a:lnTo>
                  <a:pt x="3404" y="3673"/>
                </a:lnTo>
                <a:lnTo>
                  <a:pt x="3545" y="3545"/>
                </a:lnTo>
                <a:lnTo>
                  <a:pt x="3673" y="3404"/>
                </a:lnTo>
                <a:lnTo>
                  <a:pt x="3787" y="3252"/>
                </a:lnTo>
                <a:lnTo>
                  <a:pt x="3887" y="3088"/>
                </a:lnTo>
                <a:lnTo>
                  <a:pt x="3970" y="2915"/>
                </a:lnTo>
                <a:lnTo>
                  <a:pt x="4037" y="2732"/>
                </a:lnTo>
                <a:lnTo>
                  <a:pt x="4086" y="2542"/>
                </a:lnTo>
                <a:lnTo>
                  <a:pt x="4116" y="2345"/>
                </a:lnTo>
                <a:lnTo>
                  <a:pt x="4126" y="2143"/>
                </a:lnTo>
                <a:lnTo>
                  <a:pt x="4116" y="1940"/>
                </a:lnTo>
                <a:lnTo>
                  <a:pt x="4086" y="1743"/>
                </a:lnTo>
                <a:lnTo>
                  <a:pt x="4037" y="1553"/>
                </a:lnTo>
                <a:lnTo>
                  <a:pt x="3970" y="1370"/>
                </a:lnTo>
                <a:lnTo>
                  <a:pt x="3887" y="1197"/>
                </a:lnTo>
                <a:lnTo>
                  <a:pt x="3787" y="1033"/>
                </a:lnTo>
                <a:lnTo>
                  <a:pt x="3673" y="881"/>
                </a:lnTo>
                <a:lnTo>
                  <a:pt x="3545" y="740"/>
                </a:lnTo>
                <a:lnTo>
                  <a:pt x="3404" y="612"/>
                </a:lnTo>
                <a:lnTo>
                  <a:pt x="3252" y="498"/>
                </a:lnTo>
                <a:lnTo>
                  <a:pt x="3088" y="398"/>
                </a:lnTo>
                <a:lnTo>
                  <a:pt x="2915" y="315"/>
                </a:lnTo>
                <a:lnTo>
                  <a:pt x="2732" y="248"/>
                </a:lnTo>
                <a:lnTo>
                  <a:pt x="2542" y="199"/>
                </a:lnTo>
                <a:lnTo>
                  <a:pt x="2345" y="169"/>
                </a:lnTo>
                <a:lnTo>
                  <a:pt x="2143" y="159"/>
                </a:lnTo>
                <a:lnTo>
                  <a:pt x="1940" y="169"/>
                </a:lnTo>
                <a:lnTo>
                  <a:pt x="1743" y="199"/>
                </a:lnTo>
                <a:lnTo>
                  <a:pt x="1553" y="248"/>
                </a:lnTo>
                <a:lnTo>
                  <a:pt x="1370" y="315"/>
                </a:lnTo>
                <a:lnTo>
                  <a:pt x="1197" y="398"/>
                </a:lnTo>
                <a:lnTo>
                  <a:pt x="1033" y="498"/>
                </a:lnTo>
                <a:lnTo>
                  <a:pt x="881" y="612"/>
                </a:lnTo>
                <a:lnTo>
                  <a:pt x="740" y="740"/>
                </a:lnTo>
                <a:lnTo>
                  <a:pt x="612" y="881"/>
                </a:lnTo>
                <a:lnTo>
                  <a:pt x="498" y="1033"/>
                </a:lnTo>
                <a:lnTo>
                  <a:pt x="398" y="1197"/>
                </a:lnTo>
                <a:lnTo>
                  <a:pt x="315" y="1370"/>
                </a:lnTo>
                <a:lnTo>
                  <a:pt x="248" y="1553"/>
                </a:lnTo>
                <a:lnTo>
                  <a:pt x="199" y="1743"/>
                </a:lnTo>
                <a:lnTo>
                  <a:pt x="169" y="1940"/>
                </a:lnTo>
                <a:lnTo>
                  <a:pt x="159" y="2143"/>
                </a:lnTo>
                <a:lnTo>
                  <a:pt x="169" y="2345"/>
                </a:lnTo>
                <a:lnTo>
                  <a:pt x="199" y="2542"/>
                </a:lnTo>
                <a:lnTo>
                  <a:pt x="248" y="2732"/>
                </a:lnTo>
                <a:lnTo>
                  <a:pt x="315" y="2915"/>
                </a:lnTo>
                <a:lnTo>
                  <a:pt x="398" y="3088"/>
                </a:lnTo>
                <a:lnTo>
                  <a:pt x="498" y="3252"/>
                </a:lnTo>
                <a:lnTo>
                  <a:pt x="612" y="3404"/>
                </a:lnTo>
                <a:lnTo>
                  <a:pt x="740" y="3545"/>
                </a:lnTo>
                <a:lnTo>
                  <a:pt x="881" y="3673"/>
                </a:lnTo>
                <a:lnTo>
                  <a:pt x="1033" y="3787"/>
                </a:lnTo>
                <a:lnTo>
                  <a:pt x="1197" y="3887"/>
                </a:lnTo>
                <a:lnTo>
                  <a:pt x="1370" y="3970"/>
                </a:lnTo>
                <a:lnTo>
                  <a:pt x="1553" y="4037"/>
                </a:lnTo>
                <a:lnTo>
                  <a:pt x="1743" y="4086"/>
                </a:lnTo>
                <a:lnTo>
                  <a:pt x="1940" y="4116"/>
                </a:lnTo>
                <a:lnTo>
                  <a:pt x="2143" y="4126"/>
                </a:lnTo>
                <a:moveTo>
                  <a:pt x="2143" y="4285"/>
                </a:moveTo>
                <a:lnTo>
                  <a:pt x="2361" y="4274"/>
                </a:lnTo>
                <a:lnTo>
                  <a:pt x="2574" y="4241"/>
                </a:lnTo>
                <a:lnTo>
                  <a:pt x="2779" y="4189"/>
                </a:lnTo>
                <a:lnTo>
                  <a:pt x="2976" y="4117"/>
                </a:lnTo>
                <a:lnTo>
                  <a:pt x="3164" y="4026"/>
                </a:lnTo>
                <a:lnTo>
                  <a:pt x="3340" y="3919"/>
                </a:lnTo>
                <a:lnTo>
                  <a:pt x="3505" y="3796"/>
                </a:lnTo>
                <a:lnTo>
                  <a:pt x="3657" y="3657"/>
                </a:lnTo>
                <a:lnTo>
                  <a:pt x="3796" y="3505"/>
                </a:lnTo>
                <a:lnTo>
                  <a:pt x="3919" y="3340"/>
                </a:lnTo>
                <a:lnTo>
                  <a:pt x="4026" y="3164"/>
                </a:lnTo>
                <a:lnTo>
                  <a:pt x="4117" y="2976"/>
                </a:lnTo>
                <a:lnTo>
                  <a:pt x="4189" y="2779"/>
                </a:lnTo>
                <a:lnTo>
                  <a:pt x="4241" y="2574"/>
                </a:lnTo>
                <a:lnTo>
                  <a:pt x="4274" y="2361"/>
                </a:lnTo>
                <a:lnTo>
                  <a:pt x="4285" y="2143"/>
                </a:lnTo>
                <a:lnTo>
                  <a:pt x="4274" y="1924"/>
                </a:lnTo>
                <a:lnTo>
                  <a:pt x="4241" y="1711"/>
                </a:lnTo>
                <a:lnTo>
                  <a:pt x="4189" y="1506"/>
                </a:lnTo>
                <a:lnTo>
                  <a:pt x="4117" y="1309"/>
                </a:lnTo>
                <a:lnTo>
                  <a:pt x="4026" y="1121"/>
                </a:lnTo>
                <a:lnTo>
                  <a:pt x="3919" y="945"/>
                </a:lnTo>
                <a:lnTo>
                  <a:pt x="3796" y="780"/>
                </a:lnTo>
                <a:lnTo>
                  <a:pt x="3657" y="628"/>
                </a:lnTo>
                <a:lnTo>
                  <a:pt x="3505" y="489"/>
                </a:lnTo>
                <a:lnTo>
                  <a:pt x="3340" y="366"/>
                </a:lnTo>
                <a:lnTo>
                  <a:pt x="3164" y="259"/>
                </a:lnTo>
                <a:lnTo>
                  <a:pt x="2976" y="168"/>
                </a:lnTo>
                <a:lnTo>
                  <a:pt x="2779" y="96"/>
                </a:lnTo>
                <a:lnTo>
                  <a:pt x="2574" y="44"/>
                </a:lnTo>
                <a:lnTo>
                  <a:pt x="2361" y="11"/>
                </a:lnTo>
                <a:lnTo>
                  <a:pt x="2143" y="0"/>
                </a:lnTo>
                <a:lnTo>
                  <a:pt x="1924" y="11"/>
                </a:lnTo>
                <a:lnTo>
                  <a:pt x="1711" y="44"/>
                </a:lnTo>
                <a:lnTo>
                  <a:pt x="1506" y="96"/>
                </a:lnTo>
                <a:lnTo>
                  <a:pt x="1309" y="168"/>
                </a:lnTo>
                <a:lnTo>
                  <a:pt x="1121" y="259"/>
                </a:lnTo>
                <a:lnTo>
                  <a:pt x="945" y="366"/>
                </a:lnTo>
                <a:lnTo>
                  <a:pt x="780" y="489"/>
                </a:lnTo>
                <a:lnTo>
                  <a:pt x="628" y="628"/>
                </a:lnTo>
                <a:lnTo>
                  <a:pt x="489" y="780"/>
                </a:lnTo>
                <a:lnTo>
                  <a:pt x="366" y="945"/>
                </a:lnTo>
                <a:lnTo>
                  <a:pt x="259" y="1121"/>
                </a:lnTo>
                <a:lnTo>
                  <a:pt x="168" y="1309"/>
                </a:lnTo>
                <a:lnTo>
                  <a:pt x="96" y="1506"/>
                </a:lnTo>
                <a:lnTo>
                  <a:pt x="44" y="1711"/>
                </a:lnTo>
                <a:lnTo>
                  <a:pt x="11" y="1924"/>
                </a:lnTo>
                <a:lnTo>
                  <a:pt x="0" y="2143"/>
                </a:lnTo>
                <a:lnTo>
                  <a:pt x="11" y="2361"/>
                </a:lnTo>
                <a:lnTo>
                  <a:pt x="44" y="2574"/>
                </a:lnTo>
                <a:lnTo>
                  <a:pt x="96" y="2779"/>
                </a:lnTo>
                <a:lnTo>
                  <a:pt x="168" y="2976"/>
                </a:lnTo>
                <a:lnTo>
                  <a:pt x="259" y="3164"/>
                </a:lnTo>
                <a:lnTo>
                  <a:pt x="366" y="3340"/>
                </a:lnTo>
                <a:lnTo>
                  <a:pt x="489" y="3505"/>
                </a:lnTo>
                <a:lnTo>
                  <a:pt x="628" y="3657"/>
                </a:lnTo>
                <a:lnTo>
                  <a:pt x="780" y="3796"/>
                </a:lnTo>
                <a:lnTo>
                  <a:pt x="945" y="3919"/>
                </a:lnTo>
                <a:lnTo>
                  <a:pt x="1121" y="4026"/>
                </a:lnTo>
                <a:lnTo>
                  <a:pt x="1309" y="4117"/>
                </a:lnTo>
                <a:lnTo>
                  <a:pt x="1506" y="4189"/>
                </a:lnTo>
                <a:lnTo>
                  <a:pt x="1711" y="4241"/>
                </a:lnTo>
                <a:lnTo>
                  <a:pt x="1924" y="4274"/>
                </a:lnTo>
                <a:lnTo>
                  <a:pt x="2143" y="4285"/>
                </a:lnTo>
                <a:close/>
              </a:path>
            </a:pathLst>
          </a:custGeom>
          <a:solidFill>
            <a:srgbClr val="FFD15E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57769" y="4765148"/>
            <a:ext cx="1019867" cy="189771"/>
          </a:xfrm>
          <a:custGeom>
            <a:avLst/>
            <a:gdLst/>
            <a:ahLst/>
            <a:cxnLst/>
            <a:rect l="l" t="t" r="r" b="b"/>
            <a:pathLst>
              <a:path w="3332" h="620" extrusionOk="0">
                <a:moveTo>
                  <a:pt x="476" y="0"/>
                </a:moveTo>
                <a:lnTo>
                  <a:pt x="873" y="396"/>
                </a:lnTo>
                <a:lnTo>
                  <a:pt x="1270" y="0"/>
                </a:lnTo>
                <a:lnTo>
                  <a:pt x="1667" y="396"/>
                </a:lnTo>
                <a:lnTo>
                  <a:pt x="2062" y="0"/>
                </a:lnTo>
                <a:lnTo>
                  <a:pt x="2459" y="396"/>
                </a:lnTo>
                <a:lnTo>
                  <a:pt x="2856" y="0"/>
                </a:lnTo>
                <a:lnTo>
                  <a:pt x="3309" y="452"/>
                </a:lnTo>
                <a:lnTo>
                  <a:pt x="3314" y="458"/>
                </a:lnTo>
                <a:lnTo>
                  <a:pt x="3319" y="465"/>
                </a:lnTo>
                <a:lnTo>
                  <a:pt x="3323" y="471"/>
                </a:lnTo>
                <a:lnTo>
                  <a:pt x="3326" y="478"/>
                </a:lnTo>
                <a:lnTo>
                  <a:pt x="3329" y="486"/>
                </a:lnTo>
                <a:lnTo>
                  <a:pt x="3331" y="493"/>
                </a:lnTo>
                <a:lnTo>
                  <a:pt x="3332" y="501"/>
                </a:lnTo>
                <a:lnTo>
                  <a:pt x="3332" y="508"/>
                </a:lnTo>
                <a:lnTo>
                  <a:pt x="3332" y="516"/>
                </a:lnTo>
                <a:lnTo>
                  <a:pt x="3331" y="523"/>
                </a:lnTo>
                <a:lnTo>
                  <a:pt x="3329" y="531"/>
                </a:lnTo>
                <a:lnTo>
                  <a:pt x="3326" y="538"/>
                </a:lnTo>
                <a:lnTo>
                  <a:pt x="3323" y="545"/>
                </a:lnTo>
                <a:lnTo>
                  <a:pt x="3319" y="552"/>
                </a:lnTo>
                <a:lnTo>
                  <a:pt x="3314" y="558"/>
                </a:lnTo>
                <a:lnTo>
                  <a:pt x="3309" y="564"/>
                </a:lnTo>
                <a:lnTo>
                  <a:pt x="3303" y="570"/>
                </a:lnTo>
                <a:lnTo>
                  <a:pt x="3297" y="574"/>
                </a:lnTo>
                <a:lnTo>
                  <a:pt x="3290" y="578"/>
                </a:lnTo>
                <a:lnTo>
                  <a:pt x="3283" y="582"/>
                </a:lnTo>
                <a:lnTo>
                  <a:pt x="3275" y="584"/>
                </a:lnTo>
                <a:lnTo>
                  <a:pt x="3268" y="586"/>
                </a:lnTo>
                <a:lnTo>
                  <a:pt x="3260" y="587"/>
                </a:lnTo>
                <a:lnTo>
                  <a:pt x="3253" y="587"/>
                </a:lnTo>
                <a:lnTo>
                  <a:pt x="3245" y="587"/>
                </a:lnTo>
                <a:lnTo>
                  <a:pt x="3237" y="586"/>
                </a:lnTo>
                <a:lnTo>
                  <a:pt x="3230" y="584"/>
                </a:lnTo>
                <a:lnTo>
                  <a:pt x="3222" y="582"/>
                </a:lnTo>
                <a:lnTo>
                  <a:pt x="3215" y="578"/>
                </a:lnTo>
                <a:lnTo>
                  <a:pt x="3209" y="574"/>
                </a:lnTo>
                <a:lnTo>
                  <a:pt x="3202" y="570"/>
                </a:lnTo>
                <a:lnTo>
                  <a:pt x="3196" y="564"/>
                </a:lnTo>
                <a:lnTo>
                  <a:pt x="2856" y="224"/>
                </a:lnTo>
                <a:lnTo>
                  <a:pt x="2459" y="620"/>
                </a:lnTo>
                <a:lnTo>
                  <a:pt x="2062" y="224"/>
                </a:lnTo>
                <a:lnTo>
                  <a:pt x="1667" y="620"/>
                </a:lnTo>
                <a:lnTo>
                  <a:pt x="1270" y="224"/>
                </a:lnTo>
                <a:lnTo>
                  <a:pt x="873" y="620"/>
                </a:lnTo>
                <a:lnTo>
                  <a:pt x="476" y="224"/>
                </a:lnTo>
                <a:lnTo>
                  <a:pt x="136" y="564"/>
                </a:lnTo>
                <a:lnTo>
                  <a:pt x="130" y="570"/>
                </a:lnTo>
                <a:lnTo>
                  <a:pt x="123" y="574"/>
                </a:lnTo>
                <a:lnTo>
                  <a:pt x="117" y="578"/>
                </a:lnTo>
                <a:lnTo>
                  <a:pt x="110" y="582"/>
                </a:lnTo>
                <a:lnTo>
                  <a:pt x="102" y="584"/>
                </a:lnTo>
                <a:lnTo>
                  <a:pt x="95" y="586"/>
                </a:lnTo>
                <a:lnTo>
                  <a:pt x="87" y="587"/>
                </a:lnTo>
                <a:lnTo>
                  <a:pt x="79" y="587"/>
                </a:lnTo>
                <a:lnTo>
                  <a:pt x="72" y="587"/>
                </a:lnTo>
                <a:lnTo>
                  <a:pt x="64" y="586"/>
                </a:lnTo>
                <a:lnTo>
                  <a:pt x="57" y="584"/>
                </a:lnTo>
                <a:lnTo>
                  <a:pt x="49" y="582"/>
                </a:lnTo>
                <a:lnTo>
                  <a:pt x="42" y="578"/>
                </a:lnTo>
                <a:lnTo>
                  <a:pt x="35" y="574"/>
                </a:lnTo>
                <a:lnTo>
                  <a:pt x="29" y="570"/>
                </a:lnTo>
                <a:lnTo>
                  <a:pt x="23" y="564"/>
                </a:lnTo>
                <a:lnTo>
                  <a:pt x="18" y="558"/>
                </a:lnTo>
                <a:lnTo>
                  <a:pt x="13" y="552"/>
                </a:lnTo>
                <a:lnTo>
                  <a:pt x="9" y="545"/>
                </a:lnTo>
                <a:lnTo>
                  <a:pt x="6" y="538"/>
                </a:lnTo>
                <a:lnTo>
                  <a:pt x="3" y="531"/>
                </a:lnTo>
                <a:lnTo>
                  <a:pt x="1" y="523"/>
                </a:lnTo>
                <a:lnTo>
                  <a:pt x="0" y="516"/>
                </a:lnTo>
                <a:lnTo>
                  <a:pt x="0" y="508"/>
                </a:lnTo>
                <a:lnTo>
                  <a:pt x="0" y="501"/>
                </a:lnTo>
                <a:lnTo>
                  <a:pt x="1" y="493"/>
                </a:lnTo>
                <a:lnTo>
                  <a:pt x="3" y="486"/>
                </a:lnTo>
                <a:lnTo>
                  <a:pt x="6" y="478"/>
                </a:lnTo>
                <a:lnTo>
                  <a:pt x="9" y="471"/>
                </a:lnTo>
                <a:lnTo>
                  <a:pt x="13" y="465"/>
                </a:lnTo>
                <a:lnTo>
                  <a:pt x="18" y="458"/>
                </a:lnTo>
                <a:lnTo>
                  <a:pt x="23" y="452"/>
                </a:lnTo>
                <a:lnTo>
                  <a:pt x="476" y="0"/>
                </a:lnTo>
                <a:close/>
              </a:path>
            </a:pathLst>
          </a:custGeom>
          <a:solidFill>
            <a:srgbClr val="FF81A9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-332663" y="4839035"/>
            <a:ext cx="1566224" cy="371890"/>
          </a:xfrm>
          <a:custGeom>
            <a:avLst/>
            <a:gdLst/>
            <a:ahLst/>
            <a:cxnLst/>
            <a:rect l="l" t="t" r="r" b="b"/>
            <a:pathLst>
              <a:path w="5117" h="1215" extrusionOk="0">
                <a:moveTo>
                  <a:pt x="1071" y="0"/>
                </a:moveTo>
                <a:lnTo>
                  <a:pt x="2063" y="991"/>
                </a:lnTo>
                <a:lnTo>
                  <a:pt x="3054" y="0"/>
                </a:lnTo>
                <a:lnTo>
                  <a:pt x="4045" y="991"/>
                </a:lnTo>
                <a:lnTo>
                  <a:pt x="4981" y="56"/>
                </a:lnTo>
                <a:lnTo>
                  <a:pt x="4987" y="50"/>
                </a:lnTo>
                <a:lnTo>
                  <a:pt x="4994" y="46"/>
                </a:lnTo>
                <a:lnTo>
                  <a:pt x="5000" y="42"/>
                </a:lnTo>
                <a:lnTo>
                  <a:pt x="5007" y="39"/>
                </a:lnTo>
                <a:lnTo>
                  <a:pt x="5015" y="36"/>
                </a:lnTo>
                <a:lnTo>
                  <a:pt x="5022" y="34"/>
                </a:lnTo>
                <a:lnTo>
                  <a:pt x="5030" y="33"/>
                </a:lnTo>
                <a:lnTo>
                  <a:pt x="5038" y="33"/>
                </a:lnTo>
                <a:lnTo>
                  <a:pt x="5045" y="33"/>
                </a:lnTo>
                <a:lnTo>
                  <a:pt x="5053" y="34"/>
                </a:lnTo>
                <a:lnTo>
                  <a:pt x="5060" y="36"/>
                </a:lnTo>
                <a:lnTo>
                  <a:pt x="5068" y="39"/>
                </a:lnTo>
                <a:lnTo>
                  <a:pt x="5075" y="42"/>
                </a:lnTo>
                <a:lnTo>
                  <a:pt x="5082" y="46"/>
                </a:lnTo>
                <a:lnTo>
                  <a:pt x="5088" y="50"/>
                </a:lnTo>
                <a:lnTo>
                  <a:pt x="5094" y="56"/>
                </a:lnTo>
                <a:lnTo>
                  <a:pt x="5099" y="62"/>
                </a:lnTo>
                <a:lnTo>
                  <a:pt x="5104" y="68"/>
                </a:lnTo>
                <a:lnTo>
                  <a:pt x="5108" y="75"/>
                </a:lnTo>
                <a:lnTo>
                  <a:pt x="5111" y="82"/>
                </a:lnTo>
                <a:lnTo>
                  <a:pt x="5114" y="90"/>
                </a:lnTo>
                <a:lnTo>
                  <a:pt x="5116" y="97"/>
                </a:lnTo>
                <a:lnTo>
                  <a:pt x="5117" y="105"/>
                </a:lnTo>
                <a:lnTo>
                  <a:pt x="5117" y="112"/>
                </a:lnTo>
                <a:lnTo>
                  <a:pt x="5117" y="120"/>
                </a:lnTo>
                <a:lnTo>
                  <a:pt x="5116" y="128"/>
                </a:lnTo>
                <a:lnTo>
                  <a:pt x="5114" y="135"/>
                </a:lnTo>
                <a:lnTo>
                  <a:pt x="5111" y="142"/>
                </a:lnTo>
                <a:lnTo>
                  <a:pt x="5108" y="150"/>
                </a:lnTo>
                <a:lnTo>
                  <a:pt x="5104" y="156"/>
                </a:lnTo>
                <a:lnTo>
                  <a:pt x="5099" y="163"/>
                </a:lnTo>
                <a:lnTo>
                  <a:pt x="5094" y="169"/>
                </a:lnTo>
                <a:lnTo>
                  <a:pt x="4045" y="1215"/>
                </a:lnTo>
                <a:lnTo>
                  <a:pt x="3054" y="225"/>
                </a:lnTo>
                <a:lnTo>
                  <a:pt x="2063" y="1215"/>
                </a:lnTo>
                <a:lnTo>
                  <a:pt x="1071" y="225"/>
                </a:lnTo>
                <a:lnTo>
                  <a:pt x="135" y="1159"/>
                </a:lnTo>
                <a:lnTo>
                  <a:pt x="129" y="1165"/>
                </a:lnTo>
                <a:lnTo>
                  <a:pt x="123" y="1169"/>
                </a:lnTo>
                <a:lnTo>
                  <a:pt x="116" y="1173"/>
                </a:lnTo>
                <a:lnTo>
                  <a:pt x="109" y="1176"/>
                </a:lnTo>
                <a:lnTo>
                  <a:pt x="102" y="1179"/>
                </a:lnTo>
                <a:lnTo>
                  <a:pt x="94" y="1181"/>
                </a:lnTo>
                <a:lnTo>
                  <a:pt x="87" y="1182"/>
                </a:lnTo>
                <a:lnTo>
                  <a:pt x="79" y="1182"/>
                </a:lnTo>
                <a:lnTo>
                  <a:pt x="71" y="1182"/>
                </a:lnTo>
                <a:lnTo>
                  <a:pt x="64" y="1181"/>
                </a:lnTo>
                <a:lnTo>
                  <a:pt x="56" y="1179"/>
                </a:lnTo>
                <a:lnTo>
                  <a:pt x="49" y="1176"/>
                </a:lnTo>
                <a:lnTo>
                  <a:pt x="42" y="1173"/>
                </a:lnTo>
                <a:lnTo>
                  <a:pt x="35" y="1169"/>
                </a:lnTo>
                <a:lnTo>
                  <a:pt x="29" y="1165"/>
                </a:lnTo>
                <a:lnTo>
                  <a:pt x="23" y="1159"/>
                </a:lnTo>
                <a:lnTo>
                  <a:pt x="18" y="1153"/>
                </a:lnTo>
                <a:lnTo>
                  <a:pt x="13" y="1147"/>
                </a:lnTo>
                <a:lnTo>
                  <a:pt x="9" y="1140"/>
                </a:lnTo>
                <a:lnTo>
                  <a:pt x="6" y="1133"/>
                </a:lnTo>
                <a:lnTo>
                  <a:pt x="3" y="1126"/>
                </a:lnTo>
                <a:lnTo>
                  <a:pt x="1" y="1118"/>
                </a:lnTo>
                <a:lnTo>
                  <a:pt x="0" y="1111"/>
                </a:lnTo>
                <a:lnTo>
                  <a:pt x="0" y="1103"/>
                </a:lnTo>
                <a:lnTo>
                  <a:pt x="0" y="1096"/>
                </a:lnTo>
                <a:lnTo>
                  <a:pt x="1" y="1088"/>
                </a:lnTo>
                <a:lnTo>
                  <a:pt x="3" y="1081"/>
                </a:lnTo>
                <a:lnTo>
                  <a:pt x="6" y="1073"/>
                </a:lnTo>
                <a:lnTo>
                  <a:pt x="9" y="1066"/>
                </a:lnTo>
                <a:lnTo>
                  <a:pt x="13" y="1060"/>
                </a:lnTo>
                <a:lnTo>
                  <a:pt x="18" y="1053"/>
                </a:lnTo>
                <a:lnTo>
                  <a:pt x="23" y="1047"/>
                </a:lnTo>
                <a:lnTo>
                  <a:pt x="1071" y="0"/>
                </a:lnTo>
                <a:close/>
              </a:path>
            </a:pathLst>
          </a:custGeom>
          <a:solidFill>
            <a:srgbClr val="7BC28B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 1">
  <p:cSld name="TITLE_AND_BODY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1"/>
          </p:nvPr>
        </p:nvSpPr>
        <p:spPr>
          <a:xfrm>
            <a:off x="566250" y="959700"/>
            <a:ext cx="7777200" cy="27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 rot="1259128">
            <a:off x="8892146" y="218857"/>
            <a:ext cx="339751" cy="951303"/>
          </a:xfrm>
          <a:custGeom>
            <a:avLst/>
            <a:gdLst/>
            <a:ahLst/>
            <a:cxnLst/>
            <a:rect l="l" t="t" r="r" b="b"/>
            <a:pathLst>
              <a:path w="1110" h="3108" extrusionOk="0">
                <a:moveTo>
                  <a:pt x="0" y="556"/>
                </a:moveTo>
                <a:lnTo>
                  <a:pt x="3" y="499"/>
                </a:lnTo>
                <a:lnTo>
                  <a:pt x="11" y="444"/>
                </a:lnTo>
                <a:lnTo>
                  <a:pt x="25" y="391"/>
                </a:lnTo>
                <a:lnTo>
                  <a:pt x="44" y="339"/>
                </a:lnTo>
                <a:lnTo>
                  <a:pt x="67" y="291"/>
                </a:lnTo>
                <a:lnTo>
                  <a:pt x="95" y="245"/>
                </a:lnTo>
                <a:lnTo>
                  <a:pt x="127" y="202"/>
                </a:lnTo>
                <a:lnTo>
                  <a:pt x="163" y="163"/>
                </a:lnTo>
                <a:lnTo>
                  <a:pt x="202" y="127"/>
                </a:lnTo>
                <a:lnTo>
                  <a:pt x="245" y="95"/>
                </a:lnTo>
                <a:lnTo>
                  <a:pt x="291" y="67"/>
                </a:lnTo>
                <a:lnTo>
                  <a:pt x="339" y="44"/>
                </a:lnTo>
                <a:lnTo>
                  <a:pt x="390" y="25"/>
                </a:lnTo>
                <a:lnTo>
                  <a:pt x="444" y="11"/>
                </a:lnTo>
                <a:lnTo>
                  <a:pt x="499" y="3"/>
                </a:lnTo>
                <a:lnTo>
                  <a:pt x="556" y="0"/>
                </a:lnTo>
                <a:lnTo>
                  <a:pt x="612" y="3"/>
                </a:lnTo>
                <a:lnTo>
                  <a:pt x="667" y="11"/>
                </a:lnTo>
                <a:lnTo>
                  <a:pt x="720" y="25"/>
                </a:lnTo>
                <a:lnTo>
                  <a:pt x="771" y="44"/>
                </a:lnTo>
                <a:lnTo>
                  <a:pt x="820" y="67"/>
                </a:lnTo>
                <a:lnTo>
                  <a:pt x="865" y="95"/>
                </a:lnTo>
                <a:lnTo>
                  <a:pt x="908" y="127"/>
                </a:lnTo>
                <a:lnTo>
                  <a:pt x="947" y="163"/>
                </a:lnTo>
                <a:lnTo>
                  <a:pt x="983" y="202"/>
                </a:lnTo>
                <a:lnTo>
                  <a:pt x="1015" y="245"/>
                </a:lnTo>
                <a:lnTo>
                  <a:pt x="1043" y="291"/>
                </a:lnTo>
                <a:lnTo>
                  <a:pt x="1066" y="339"/>
                </a:lnTo>
                <a:lnTo>
                  <a:pt x="1085" y="391"/>
                </a:lnTo>
                <a:lnTo>
                  <a:pt x="1099" y="444"/>
                </a:lnTo>
                <a:lnTo>
                  <a:pt x="1107" y="499"/>
                </a:lnTo>
                <a:lnTo>
                  <a:pt x="1110" y="556"/>
                </a:lnTo>
                <a:lnTo>
                  <a:pt x="1110" y="2632"/>
                </a:lnTo>
                <a:lnTo>
                  <a:pt x="1108" y="2681"/>
                </a:lnTo>
                <a:lnTo>
                  <a:pt x="1100" y="2728"/>
                </a:lnTo>
                <a:lnTo>
                  <a:pt x="1089" y="2774"/>
                </a:lnTo>
                <a:lnTo>
                  <a:pt x="1073" y="2817"/>
                </a:lnTo>
                <a:lnTo>
                  <a:pt x="1053" y="2859"/>
                </a:lnTo>
                <a:lnTo>
                  <a:pt x="1029" y="2898"/>
                </a:lnTo>
                <a:lnTo>
                  <a:pt x="1001" y="2935"/>
                </a:lnTo>
                <a:lnTo>
                  <a:pt x="971" y="2969"/>
                </a:lnTo>
                <a:lnTo>
                  <a:pt x="937" y="2999"/>
                </a:lnTo>
                <a:lnTo>
                  <a:pt x="900" y="3027"/>
                </a:lnTo>
                <a:lnTo>
                  <a:pt x="861" y="3051"/>
                </a:lnTo>
                <a:lnTo>
                  <a:pt x="820" y="3071"/>
                </a:lnTo>
                <a:lnTo>
                  <a:pt x="776" y="3087"/>
                </a:lnTo>
                <a:lnTo>
                  <a:pt x="730" y="3098"/>
                </a:lnTo>
                <a:lnTo>
                  <a:pt x="683" y="3106"/>
                </a:lnTo>
                <a:lnTo>
                  <a:pt x="634" y="3108"/>
                </a:lnTo>
                <a:lnTo>
                  <a:pt x="586" y="3106"/>
                </a:lnTo>
                <a:lnTo>
                  <a:pt x="539" y="3098"/>
                </a:lnTo>
                <a:lnTo>
                  <a:pt x="493" y="3087"/>
                </a:lnTo>
                <a:lnTo>
                  <a:pt x="449" y="3071"/>
                </a:lnTo>
                <a:lnTo>
                  <a:pt x="408" y="3051"/>
                </a:lnTo>
                <a:lnTo>
                  <a:pt x="368" y="3027"/>
                </a:lnTo>
                <a:lnTo>
                  <a:pt x="332" y="2999"/>
                </a:lnTo>
                <a:lnTo>
                  <a:pt x="298" y="2969"/>
                </a:lnTo>
                <a:lnTo>
                  <a:pt x="267" y="2935"/>
                </a:lnTo>
                <a:lnTo>
                  <a:pt x="240" y="2898"/>
                </a:lnTo>
                <a:lnTo>
                  <a:pt x="216" y="2859"/>
                </a:lnTo>
                <a:lnTo>
                  <a:pt x="196" y="2817"/>
                </a:lnTo>
                <a:lnTo>
                  <a:pt x="180" y="2774"/>
                </a:lnTo>
                <a:lnTo>
                  <a:pt x="168" y="2728"/>
                </a:lnTo>
                <a:lnTo>
                  <a:pt x="161" y="2681"/>
                </a:lnTo>
                <a:lnTo>
                  <a:pt x="159" y="2632"/>
                </a:lnTo>
                <a:lnTo>
                  <a:pt x="159" y="1171"/>
                </a:lnTo>
                <a:lnTo>
                  <a:pt x="161" y="1132"/>
                </a:lnTo>
                <a:lnTo>
                  <a:pt x="167" y="1095"/>
                </a:lnTo>
                <a:lnTo>
                  <a:pt x="176" y="1059"/>
                </a:lnTo>
                <a:lnTo>
                  <a:pt x="188" y="1024"/>
                </a:lnTo>
                <a:lnTo>
                  <a:pt x="204" y="991"/>
                </a:lnTo>
                <a:lnTo>
                  <a:pt x="223" y="960"/>
                </a:lnTo>
                <a:lnTo>
                  <a:pt x="245" y="931"/>
                </a:lnTo>
                <a:lnTo>
                  <a:pt x="269" y="904"/>
                </a:lnTo>
                <a:lnTo>
                  <a:pt x="296" y="880"/>
                </a:lnTo>
                <a:lnTo>
                  <a:pt x="325" y="858"/>
                </a:lnTo>
                <a:lnTo>
                  <a:pt x="356" y="839"/>
                </a:lnTo>
                <a:lnTo>
                  <a:pt x="389" y="823"/>
                </a:lnTo>
                <a:lnTo>
                  <a:pt x="424" y="811"/>
                </a:lnTo>
                <a:lnTo>
                  <a:pt x="460" y="801"/>
                </a:lnTo>
                <a:lnTo>
                  <a:pt x="497" y="796"/>
                </a:lnTo>
                <a:lnTo>
                  <a:pt x="536" y="794"/>
                </a:lnTo>
                <a:lnTo>
                  <a:pt x="574" y="796"/>
                </a:lnTo>
                <a:lnTo>
                  <a:pt x="611" y="801"/>
                </a:lnTo>
                <a:lnTo>
                  <a:pt x="647" y="811"/>
                </a:lnTo>
                <a:lnTo>
                  <a:pt x="682" y="823"/>
                </a:lnTo>
                <a:lnTo>
                  <a:pt x="715" y="839"/>
                </a:lnTo>
                <a:lnTo>
                  <a:pt x="746" y="858"/>
                </a:lnTo>
                <a:lnTo>
                  <a:pt x="775" y="880"/>
                </a:lnTo>
                <a:lnTo>
                  <a:pt x="801" y="904"/>
                </a:lnTo>
                <a:lnTo>
                  <a:pt x="826" y="931"/>
                </a:lnTo>
                <a:lnTo>
                  <a:pt x="847" y="960"/>
                </a:lnTo>
                <a:lnTo>
                  <a:pt x="866" y="991"/>
                </a:lnTo>
                <a:lnTo>
                  <a:pt x="882" y="1024"/>
                </a:lnTo>
                <a:lnTo>
                  <a:pt x="894" y="1059"/>
                </a:lnTo>
                <a:lnTo>
                  <a:pt x="904" y="1095"/>
                </a:lnTo>
                <a:lnTo>
                  <a:pt x="909" y="1132"/>
                </a:lnTo>
                <a:lnTo>
                  <a:pt x="911" y="1171"/>
                </a:lnTo>
                <a:lnTo>
                  <a:pt x="911" y="2327"/>
                </a:lnTo>
                <a:lnTo>
                  <a:pt x="911" y="2331"/>
                </a:lnTo>
                <a:lnTo>
                  <a:pt x="910" y="2335"/>
                </a:lnTo>
                <a:lnTo>
                  <a:pt x="909" y="2339"/>
                </a:lnTo>
                <a:lnTo>
                  <a:pt x="908" y="2343"/>
                </a:lnTo>
                <a:lnTo>
                  <a:pt x="907" y="2346"/>
                </a:lnTo>
                <a:lnTo>
                  <a:pt x="905" y="2350"/>
                </a:lnTo>
                <a:lnTo>
                  <a:pt x="902" y="2353"/>
                </a:lnTo>
                <a:lnTo>
                  <a:pt x="900" y="2355"/>
                </a:lnTo>
                <a:lnTo>
                  <a:pt x="897" y="2358"/>
                </a:lnTo>
                <a:lnTo>
                  <a:pt x="894" y="2360"/>
                </a:lnTo>
                <a:lnTo>
                  <a:pt x="891" y="2362"/>
                </a:lnTo>
                <a:lnTo>
                  <a:pt x="888" y="2364"/>
                </a:lnTo>
                <a:lnTo>
                  <a:pt x="884" y="2365"/>
                </a:lnTo>
                <a:lnTo>
                  <a:pt x="880" y="2366"/>
                </a:lnTo>
                <a:lnTo>
                  <a:pt x="876" y="2367"/>
                </a:lnTo>
                <a:lnTo>
                  <a:pt x="872" y="2367"/>
                </a:lnTo>
                <a:lnTo>
                  <a:pt x="868" y="2367"/>
                </a:lnTo>
                <a:lnTo>
                  <a:pt x="864" y="2366"/>
                </a:lnTo>
                <a:lnTo>
                  <a:pt x="860" y="2365"/>
                </a:lnTo>
                <a:lnTo>
                  <a:pt x="857" y="2364"/>
                </a:lnTo>
                <a:lnTo>
                  <a:pt x="853" y="2362"/>
                </a:lnTo>
                <a:lnTo>
                  <a:pt x="850" y="2360"/>
                </a:lnTo>
                <a:lnTo>
                  <a:pt x="847" y="2358"/>
                </a:lnTo>
                <a:lnTo>
                  <a:pt x="844" y="2355"/>
                </a:lnTo>
                <a:lnTo>
                  <a:pt x="841" y="2353"/>
                </a:lnTo>
                <a:lnTo>
                  <a:pt x="839" y="2350"/>
                </a:lnTo>
                <a:lnTo>
                  <a:pt x="837" y="2346"/>
                </a:lnTo>
                <a:lnTo>
                  <a:pt x="835" y="2343"/>
                </a:lnTo>
                <a:lnTo>
                  <a:pt x="834" y="2339"/>
                </a:lnTo>
                <a:lnTo>
                  <a:pt x="833" y="2335"/>
                </a:lnTo>
                <a:lnTo>
                  <a:pt x="832" y="2331"/>
                </a:lnTo>
                <a:lnTo>
                  <a:pt x="832" y="2327"/>
                </a:lnTo>
                <a:lnTo>
                  <a:pt x="832" y="1171"/>
                </a:lnTo>
                <a:lnTo>
                  <a:pt x="831" y="1140"/>
                </a:lnTo>
                <a:lnTo>
                  <a:pt x="826" y="1111"/>
                </a:lnTo>
                <a:lnTo>
                  <a:pt x="819" y="1082"/>
                </a:lnTo>
                <a:lnTo>
                  <a:pt x="809" y="1055"/>
                </a:lnTo>
                <a:lnTo>
                  <a:pt x="797" y="1029"/>
                </a:lnTo>
                <a:lnTo>
                  <a:pt x="782" y="1004"/>
                </a:lnTo>
                <a:lnTo>
                  <a:pt x="765" y="981"/>
                </a:lnTo>
                <a:lnTo>
                  <a:pt x="746" y="960"/>
                </a:lnTo>
                <a:lnTo>
                  <a:pt x="724" y="941"/>
                </a:lnTo>
                <a:lnTo>
                  <a:pt x="702" y="924"/>
                </a:lnTo>
                <a:lnTo>
                  <a:pt x="677" y="909"/>
                </a:lnTo>
                <a:lnTo>
                  <a:pt x="651" y="896"/>
                </a:lnTo>
                <a:lnTo>
                  <a:pt x="624" y="886"/>
                </a:lnTo>
                <a:lnTo>
                  <a:pt x="595" y="879"/>
                </a:lnTo>
                <a:lnTo>
                  <a:pt x="566" y="874"/>
                </a:lnTo>
                <a:lnTo>
                  <a:pt x="536" y="873"/>
                </a:lnTo>
                <a:lnTo>
                  <a:pt x="505" y="874"/>
                </a:lnTo>
                <a:lnTo>
                  <a:pt x="476" y="879"/>
                </a:lnTo>
                <a:lnTo>
                  <a:pt x="447" y="886"/>
                </a:lnTo>
                <a:lnTo>
                  <a:pt x="420" y="896"/>
                </a:lnTo>
                <a:lnTo>
                  <a:pt x="394" y="909"/>
                </a:lnTo>
                <a:lnTo>
                  <a:pt x="369" y="924"/>
                </a:lnTo>
                <a:lnTo>
                  <a:pt x="346" y="941"/>
                </a:lnTo>
                <a:lnTo>
                  <a:pt x="325" y="960"/>
                </a:lnTo>
                <a:lnTo>
                  <a:pt x="306" y="981"/>
                </a:lnTo>
                <a:lnTo>
                  <a:pt x="289" y="1004"/>
                </a:lnTo>
                <a:lnTo>
                  <a:pt x="274" y="1029"/>
                </a:lnTo>
                <a:lnTo>
                  <a:pt x="261" y="1055"/>
                </a:lnTo>
                <a:lnTo>
                  <a:pt x="251" y="1082"/>
                </a:lnTo>
                <a:lnTo>
                  <a:pt x="244" y="1111"/>
                </a:lnTo>
                <a:lnTo>
                  <a:pt x="239" y="1140"/>
                </a:lnTo>
                <a:lnTo>
                  <a:pt x="238" y="1171"/>
                </a:lnTo>
                <a:lnTo>
                  <a:pt x="238" y="2632"/>
                </a:lnTo>
                <a:lnTo>
                  <a:pt x="240" y="2673"/>
                </a:lnTo>
                <a:lnTo>
                  <a:pt x="246" y="2712"/>
                </a:lnTo>
                <a:lnTo>
                  <a:pt x="256" y="2750"/>
                </a:lnTo>
                <a:lnTo>
                  <a:pt x="269" y="2786"/>
                </a:lnTo>
                <a:lnTo>
                  <a:pt x="286" y="2821"/>
                </a:lnTo>
                <a:lnTo>
                  <a:pt x="306" y="2854"/>
                </a:lnTo>
                <a:lnTo>
                  <a:pt x="328" y="2884"/>
                </a:lnTo>
                <a:lnTo>
                  <a:pt x="354" y="2912"/>
                </a:lnTo>
                <a:lnTo>
                  <a:pt x="382" y="2938"/>
                </a:lnTo>
                <a:lnTo>
                  <a:pt x="413" y="2960"/>
                </a:lnTo>
                <a:lnTo>
                  <a:pt x="445" y="2980"/>
                </a:lnTo>
                <a:lnTo>
                  <a:pt x="480" y="2997"/>
                </a:lnTo>
                <a:lnTo>
                  <a:pt x="517" y="3010"/>
                </a:lnTo>
                <a:lnTo>
                  <a:pt x="555" y="3020"/>
                </a:lnTo>
                <a:lnTo>
                  <a:pt x="594" y="3026"/>
                </a:lnTo>
                <a:lnTo>
                  <a:pt x="634" y="3028"/>
                </a:lnTo>
                <a:lnTo>
                  <a:pt x="675" y="3026"/>
                </a:lnTo>
                <a:lnTo>
                  <a:pt x="714" y="3020"/>
                </a:lnTo>
                <a:lnTo>
                  <a:pt x="752" y="3010"/>
                </a:lnTo>
                <a:lnTo>
                  <a:pt x="789" y="2997"/>
                </a:lnTo>
                <a:lnTo>
                  <a:pt x="823" y="2980"/>
                </a:lnTo>
                <a:lnTo>
                  <a:pt x="856" y="2960"/>
                </a:lnTo>
                <a:lnTo>
                  <a:pt x="886" y="2938"/>
                </a:lnTo>
                <a:lnTo>
                  <a:pt x="914" y="2912"/>
                </a:lnTo>
                <a:lnTo>
                  <a:pt x="940" y="2884"/>
                </a:lnTo>
                <a:lnTo>
                  <a:pt x="963" y="2854"/>
                </a:lnTo>
                <a:lnTo>
                  <a:pt x="982" y="2821"/>
                </a:lnTo>
                <a:lnTo>
                  <a:pt x="999" y="2786"/>
                </a:lnTo>
                <a:lnTo>
                  <a:pt x="1012" y="2750"/>
                </a:lnTo>
                <a:lnTo>
                  <a:pt x="1022" y="2712"/>
                </a:lnTo>
                <a:lnTo>
                  <a:pt x="1028" y="2673"/>
                </a:lnTo>
                <a:lnTo>
                  <a:pt x="1030" y="2632"/>
                </a:lnTo>
                <a:lnTo>
                  <a:pt x="1030" y="556"/>
                </a:lnTo>
                <a:lnTo>
                  <a:pt x="1028" y="507"/>
                </a:lnTo>
                <a:lnTo>
                  <a:pt x="1020" y="460"/>
                </a:lnTo>
                <a:lnTo>
                  <a:pt x="1009" y="414"/>
                </a:lnTo>
                <a:lnTo>
                  <a:pt x="993" y="371"/>
                </a:lnTo>
                <a:lnTo>
                  <a:pt x="973" y="329"/>
                </a:lnTo>
                <a:lnTo>
                  <a:pt x="949" y="290"/>
                </a:lnTo>
                <a:lnTo>
                  <a:pt x="922" y="253"/>
                </a:lnTo>
                <a:lnTo>
                  <a:pt x="891" y="219"/>
                </a:lnTo>
                <a:lnTo>
                  <a:pt x="857" y="189"/>
                </a:lnTo>
                <a:lnTo>
                  <a:pt x="821" y="161"/>
                </a:lnTo>
                <a:lnTo>
                  <a:pt x="782" y="137"/>
                </a:lnTo>
                <a:lnTo>
                  <a:pt x="740" y="117"/>
                </a:lnTo>
                <a:lnTo>
                  <a:pt x="697" y="101"/>
                </a:lnTo>
                <a:lnTo>
                  <a:pt x="651" y="90"/>
                </a:lnTo>
                <a:lnTo>
                  <a:pt x="604" y="82"/>
                </a:lnTo>
                <a:lnTo>
                  <a:pt x="556" y="80"/>
                </a:lnTo>
                <a:lnTo>
                  <a:pt x="507" y="82"/>
                </a:lnTo>
                <a:lnTo>
                  <a:pt x="460" y="90"/>
                </a:lnTo>
                <a:lnTo>
                  <a:pt x="414" y="101"/>
                </a:lnTo>
                <a:lnTo>
                  <a:pt x="371" y="117"/>
                </a:lnTo>
                <a:lnTo>
                  <a:pt x="329" y="137"/>
                </a:lnTo>
                <a:lnTo>
                  <a:pt x="290" y="161"/>
                </a:lnTo>
                <a:lnTo>
                  <a:pt x="253" y="189"/>
                </a:lnTo>
                <a:lnTo>
                  <a:pt x="219" y="219"/>
                </a:lnTo>
                <a:lnTo>
                  <a:pt x="189" y="253"/>
                </a:lnTo>
                <a:lnTo>
                  <a:pt x="161" y="290"/>
                </a:lnTo>
                <a:lnTo>
                  <a:pt x="137" y="329"/>
                </a:lnTo>
                <a:lnTo>
                  <a:pt x="117" y="371"/>
                </a:lnTo>
                <a:lnTo>
                  <a:pt x="101" y="414"/>
                </a:lnTo>
                <a:lnTo>
                  <a:pt x="90" y="460"/>
                </a:lnTo>
                <a:lnTo>
                  <a:pt x="82" y="507"/>
                </a:lnTo>
                <a:lnTo>
                  <a:pt x="80" y="556"/>
                </a:lnTo>
                <a:lnTo>
                  <a:pt x="80" y="1495"/>
                </a:lnTo>
                <a:lnTo>
                  <a:pt x="80" y="1499"/>
                </a:lnTo>
                <a:lnTo>
                  <a:pt x="79" y="1503"/>
                </a:lnTo>
                <a:lnTo>
                  <a:pt x="78" y="1506"/>
                </a:lnTo>
                <a:lnTo>
                  <a:pt x="77" y="1510"/>
                </a:lnTo>
                <a:lnTo>
                  <a:pt x="75" y="1514"/>
                </a:lnTo>
                <a:lnTo>
                  <a:pt x="73" y="1517"/>
                </a:lnTo>
                <a:lnTo>
                  <a:pt x="71" y="1520"/>
                </a:lnTo>
                <a:lnTo>
                  <a:pt x="68" y="1523"/>
                </a:lnTo>
                <a:lnTo>
                  <a:pt x="65" y="1525"/>
                </a:lnTo>
                <a:lnTo>
                  <a:pt x="62" y="1528"/>
                </a:lnTo>
                <a:lnTo>
                  <a:pt x="59" y="1530"/>
                </a:lnTo>
                <a:lnTo>
                  <a:pt x="55" y="1531"/>
                </a:lnTo>
                <a:lnTo>
                  <a:pt x="52" y="1533"/>
                </a:lnTo>
                <a:lnTo>
                  <a:pt x="48" y="1534"/>
                </a:lnTo>
                <a:lnTo>
                  <a:pt x="44" y="1534"/>
                </a:lnTo>
                <a:lnTo>
                  <a:pt x="40" y="1535"/>
                </a:lnTo>
                <a:lnTo>
                  <a:pt x="36" y="1534"/>
                </a:lnTo>
                <a:lnTo>
                  <a:pt x="32" y="1534"/>
                </a:lnTo>
                <a:lnTo>
                  <a:pt x="28" y="1533"/>
                </a:lnTo>
                <a:lnTo>
                  <a:pt x="24" y="1531"/>
                </a:lnTo>
                <a:lnTo>
                  <a:pt x="21" y="1530"/>
                </a:lnTo>
                <a:lnTo>
                  <a:pt x="18" y="1528"/>
                </a:lnTo>
                <a:lnTo>
                  <a:pt x="15" y="1525"/>
                </a:lnTo>
                <a:lnTo>
                  <a:pt x="12" y="1523"/>
                </a:lnTo>
                <a:lnTo>
                  <a:pt x="9" y="1520"/>
                </a:lnTo>
                <a:lnTo>
                  <a:pt x="7" y="1517"/>
                </a:lnTo>
                <a:lnTo>
                  <a:pt x="5" y="1514"/>
                </a:lnTo>
                <a:lnTo>
                  <a:pt x="3" y="1510"/>
                </a:lnTo>
                <a:lnTo>
                  <a:pt x="2" y="1506"/>
                </a:lnTo>
                <a:lnTo>
                  <a:pt x="1" y="1503"/>
                </a:lnTo>
                <a:lnTo>
                  <a:pt x="0" y="1499"/>
                </a:lnTo>
                <a:lnTo>
                  <a:pt x="0" y="1495"/>
                </a:lnTo>
                <a:lnTo>
                  <a:pt x="0" y="556"/>
                </a:lnTo>
                <a:close/>
              </a:path>
            </a:pathLst>
          </a:custGeom>
          <a:solidFill>
            <a:srgbClr val="7BC28B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577744" y="4412073"/>
            <a:ext cx="1019867" cy="189771"/>
          </a:xfrm>
          <a:custGeom>
            <a:avLst/>
            <a:gdLst/>
            <a:ahLst/>
            <a:cxnLst/>
            <a:rect l="l" t="t" r="r" b="b"/>
            <a:pathLst>
              <a:path w="3332" h="620" extrusionOk="0">
                <a:moveTo>
                  <a:pt x="476" y="0"/>
                </a:moveTo>
                <a:lnTo>
                  <a:pt x="873" y="396"/>
                </a:lnTo>
                <a:lnTo>
                  <a:pt x="1270" y="0"/>
                </a:lnTo>
                <a:lnTo>
                  <a:pt x="1667" y="396"/>
                </a:lnTo>
                <a:lnTo>
                  <a:pt x="2062" y="0"/>
                </a:lnTo>
                <a:lnTo>
                  <a:pt x="2459" y="396"/>
                </a:lnTo>
                <a:lnTo>
                  <a:pt x="2856" y="0"/>
                </a:lnTo>
                <a:lnTo>
                  <a:pt x="3309" y="452"/>
                </a:lnTo>
                <a:lnTo>
                  <a:pt x="3314" y="458"/>
                </a:lnTo>
                <a:lnTo>
                  <a:pt x="3319" y="465"/>
                </a:lnTo>
                <a:lnTo>
                  <a:pt x="3323" y="471"/>
                </a:lnTo>
                <a:lnTo>
                  <a:pt x="3326" y="478"/>
                </a:lnTo>
                <a:lnTo>
                  <a:pt x="3329" y="486"/>
                </a:lnTo>
                <a:lnTo>
                  <a:pt x="3331" y="493"/>
                </a:lnTo>
                <a:lnTo>
                  <a:pt x="3332" y="501"/>
                </a:lnTo>
                <a:lnTo>
                  <a:pt x="3332" y="508"/>
                </a:lnTo>
                <a:lnTo>
                  <a:pt x="3332" y="516"/>
                </a:lnTo>
                <a:lnTo>
                  <a:pt x="3331" y="523"/>
                </a:lnTo>
                <a:lnTo>
                  <a:pt x="3329" y="531"/>
                </a:lnTo>
                <a:lnTo>
                  <a:pt x="3326" y="538"/>
                </a:lnTo>
                <a:lnTo>
                  <a:pt x="3323" y="545"/>
                </a:lnTo>
                <a:lnTo>
                  <a:pt x="3319" y="552"/>
                </a:lnTo>
                <a:lnTo>
                  <a:pt x="3314" y="558"/>
                </a:lnTo>
                <a:lnTo>
                  <a:pt x="3309" y="564"/>
                </a:lnTo>
                <a:lnTo>
                  <a:pt x="3303" y="570"/>
                </a:lnTo>
                <a:lnTo>
                  <a:pt x="3297" y="574"/>
                </a:lnTo>
                <a:lnTo>
                  <a:pt x="3290" y="578"/>
                </a:lnTo>
                <a:lnTo>
                  <a:pt x="3283" y="582"/>
                </a:lnTo>
                <a:lnTo>
                  <a:pt x="3275" y="584"/>
                </a:lnTo>
                <a:lnTo>
                  <a:pt x="3268" y="586"/>
                </a:lnTo>
                <a:lnTo>
                  <a:pt x="3260" y="587"/>
                </a:lnTo>
                <a:lnTo>
                  <a:pt x="3253" y="587"/>
                </a:lnTo>
                <a:lnTo>
                  <a:pt x="3245" y="587"/>
                </a:lnTo>
                <a:lnTo>
                  <a:pt x="3237" y="586"/>
                </a:lnTo>
                <a:lnTo>
                  <a:pt x="3230" y="584"/>
                </a:lnTo>
                <a:lnTo>
                  <a:pt x="3222" y="582"/>
                </a:lnTo>
                <a:lnTo>
                  <a:pt x="3215" y="578"/>
                </a:lnTo>
                <a:lnTo>
                  <a:pt x="3209" y="574"/>
                </a:lnTo>
                <a:lnTo>
                  <a:pt x="3202" y="570"/>
                </a:lnTo>
                <a:lnTo>
                  <a:pt x="3196" y="564"/>
                </a:lnTo>
                <a:lnTo>
                  <a:pt x="2856" y="224"/>
                </a:lnTo>
                <a:lnTo>
                  <a:pt x="2459" y="620"/>
                </a:lnTo>
                <a:lnTo>
                  <a:pt x="2062" y="224"/>
                </a:lnTo>
                <a:lnTo>
                  <a:pt x="1667" y="620"/>
                </a:lnTo>
                <a:lnTo>
                  <a:pt x="1270" y="224"/>
                </a:lnTo>
                <a:lnTo>
                  <a:pt x="873" y="620"/>
                </a:lnTo>
                <a:lnTo>
                  <a:pt x="476" y="224"/>
                </a:lnTo>
                <a:lnTo>
                  <a:pt x="136" y="564"/>
                </a:lnTo>
                <a:lnTo>
                  <a:pt x="130" y="570"/>
                </a:lnTo>
                <a:lnTo>
                  <a:pt x="123" y="574"/>
                </a:lnTo>
                <a:lnTo>
                  <a:pt x="117" y="578"/>
                </a:lnTo>
                <a:lnTo>
                  <a:pt x="110" y="582"/>
                </a:lnTo>
                <a:lnTo>
                  <a:pt x="102" y="584"/>
                </a:lnTo>
                <a:lnTo>
                  <a:pt x="95" y="586"/>
                </a:lnTo>
                <a:lnTo>
                  <a:pt x="87" y="587"/>
                </a:lnTo>
                <a:lnTo>
                  <a:pt x="79" y="587"/>
                </a:lnTo>
                <a:lnTo>
                  <a:pt x="72" y="587"/>
                </a:lnTo>
                <a:lnTo>
                  <a:pt x="64" y="586"/>
                </a:lnTo>
                <a:lnTo>
                  <a:pt x="57" y="584"/>
                </a:lnTo>
                <a:lnTo>
                  <a:pt x="49" y="582"/>
                </a:lnTo>
                <a:lnTo>
                  <a:pt x="42" y="578"/>
                </a:lnTo>
                <a:lnTo>
                  <a:pt x="35" y="574"/>
                </a:lnTo>
                <a:lnTo>
                  <a:pt x="29" y="570"/>
                </a:lnTo>
                <a:lnTo>
                  <a:pt x="23" y="564"/>
                </a:lnTo>
                <a:lnTo>
                  <a:pt x="18" y="558"/>
                </a:lnTo>
                <a:lnTo>
                  <a:pt x="13" y="552"/>
                </a:lnTo>
                <a:lnTo>
                  <a:pt x="9" y="545"/>
                </a:lnTo>
                <a:lnTo>
                  <a:pt x="6" y="538"/>
                </a:lnTo>
                <a:lnTo>
                  <a:pt x="3" y="531"/>
                </a:lnTo>
                <a:lnTo>
                  <a:pt x="1" y="523"/>
                </a:lnTo>
                <a:lnTo>
                  <a:pt x="0" y="516"/>
                </a:lnTo>
                <a:lnTo>
                  <a:pt x="0" y="508"/>
                </a:lnTo>
                <a:lnTo>
                  <a:pt x="0" y="501"/>
                </a:lnTo>
                <a:lnTo>
                  <a:pt x="1" y="493"/>
                </a:lnTo>
                <a:lnTo>
                  <a:pt x="3" y="486"/>
                </a:lnTo>
                <a:lnTo>
                  <a:pt x="6" y="478"/>
                </a:lnTo>
                <a:lnTo>
                  <a:pt x="9" y="471"/>
                </a:lnTo>
                <a:lnTo>
                  <a:pt x="13" y="465"/>
                </a:lnTo>
                <a:lnTo>
                  <a:pt x="18" y="458"/>
                </a:lnTo>
                <a:lnTo>
                  <a:pt x="23" y="452"/>
                </a:lnTo>
                <a:lnTo>
                  <a:pt x="476" y="0"/>
                </a:lnTo>
                <a:close/>
              </a:path>
            </a:pathLst>
          </a:custGeom>
          <a:solidFill>
            <a:srgbClr val="FF81A9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-504838" y="2510523"/>
            <a:ext cx="1566224" cy="371890"/>
          </a:xfrm>
          <a:custGeom>
            <a:avLst/>
            <a:gdLst/>
            <a:ahLst/>
            <a:cxnLst/>
            <a:rect l="l" t="t" r="r" b="b"/>
            <a:pathLst>
              <a:path w="5117" h="1215" extrusionOk="0">
                <a:moveTo>
                  <a:pt x="1071" y="0"/>
                </a:moveTo>
                <a:lnTo>
                  <a:pt x="2063" y="991"/>
                </a:lnTo>
                <a:lnTo>
                  <a:pt x="3054" y="0"/>
                </a:lnTo>
                <a:lnTo>
                  <a:pt x="4045" y="991"/>
                </a:lnTo>
                <a:lnTo>
                  <a:pt x="4981" y="56"/>
                </a:lnTo>
                <a:lnTo>
                  <a:pt x="4987" y="50"/>
                </a:lnTo>
                <a:lnTo>
                  <a:pt x="4994" y="46"/>
                </a:lnTo>
                <a:lnTo>
                  <a:pt x="5000" y="42"/>
                </a:lnTo>
                <a:lnTo>
                  <a:pt x="5007" y="39"/>
                </a:lnTo>
                <a:lnTo>
                  <a:pt x="5015" y="36"/>
                </a:lnTo>
                <a:lnTo>
                  <a:pt x="5022" y="34"/>
                </a:lnTo>
                <a:lnTo>
                  <a:pt x="5030" y="33"/>
                </a:lnTo>
                <a:lnTo>
                  <a:pt x="5038" y="33"/>
                </a:lnTo>
                <a:lnTo>
                  <a:pt x="5045" y="33"/>
                </a:lnTo>
                <a:lnTo>
                  <a:pt x="5053" y="34"/>
                </a:lnTo>
                <a:lnTo>
                  <a:pt x="5060" y="36"/>
                </a:lnTo>
                <a:lnTo>
                  <a:pt x="5068" y="39"/>
                </a:lnTo>
                <a:lnTo>
                  <a:pt x="5075" y="42"/>
                </a:lnTo>
                <a:lnTo>
                  <a:pt x="5082" y="46"/>
                </a:lnTo>
                <a:lnTo>
                  <a:pt x="5088" y="50"/>
                </a:lnTo>
                <a:lnTo>
                  <a:pt x="5094" y="56"/>
                </a:lnTo>
                <a:lnTo>
                  <a:pt x="5099" y="62"/>
                </a:lnTo>
                <a:lnTo>
                  <a:pt x="5104" y="68"/>
                </a:lnTo>
                <a:lnTo>
                  <a:pt x="5108" y="75"/>
                </a:lnTo>
                <a:lnTo>
                  <a:pt x="5111" y="82"/>
                </a:lnTo>
                <a:lnTo>
                  <a:pt x="5114" y="90"/>
                </a:lnTo>
                <a:lnTo>
                  <a:pt x="5116" y="97"/>
                </a:lnTo>
                <a:lnTo>
                  <a:pt x="5117" y="105"/>
                </a:lnTo>
                <a:lnTo>
                  <a:pt x="5117" y="112"/>
                </a:lnTo>
                <a:lnTo>
                  <a:pt x="5117" y="120"/>
                </a:lnTo>
                <a:lnTo>
                  <a:pt x="5116" y="128"/>
                </a:lnTo>
                <a:lnTo>
                  <a:pt x="5114" y="135"/>
                </a:lnTo>
                <a:lnTo>
                  <a:pt x="5111" y="142"/>
                </a:lnTo>
                <a:lnTo>
                  <a:pt x="5108" y="150"/>
                </a:lnTo>
                <a:lnTo>
                  <a:pt x="5104" y="156"/>
                </a:lnTo>
                <a:lnTo>
                  <a:pt x="5099" y="163"/>
                </a:lnTo>
                <a:lnTo>
                  <a:pt x="5094" y="169"/>
                </a:lnTo>
                <a:lnTo>
                  <a:pt x="4045" y="1215"/>
                </a:lnTo>
                <a:lnTo>
                  <a:pt x="3054" y="225"/>
                </a:lnTo>
                <a:lnTo>
                  <a:pt x="2063" y="1215"/>
                </a:lnTo>
                <a:lnTo>
                  <a:pt x="1071" y="225"/>
                </a:lnTo>
                <a:lnTo>
                  <a:pt x="135" y="1159"/>
                </a:lnTo>
                <a:lnTo>
                  <a:pt x="129" y="1165"/>
                </a:lnTo>
                <a:lnTo>
                  <a:pt x="123" y="1169"/>
                </a:lnTo>
                <a:lnTo>
                  <a:pt x="116" y="1173"/>
                </a:lnTo>
                <a:lnTo>
                  <a:pt x="109" y="1176"/>
                </a:lnTo>
                <a:lnTo>
                  <a:pt x="102" y="1179"/>
                </a:lnTo>
                <a:lnTo>
                  <a:pt x="94" y="1181"/>
                </a:lnTo>
                <a:lnTo>
                  <a:pt x="87" y="1182"/>
                </a:lnTo>
                <a:lnTo>
                  <a:pt x="79" y="1182"/>
                </a:lnTo>
                <a:lnTo>
                  <a:pt x="71" y="1182"/>
                </a:lnTo>
                <a:lnTo>
                  <a:pt x="64" y="1181"/>
                </a:lnTo>
                <a:lnTo>
                  <a:pt x="56" y="1179"/>
                </a:lnTo>
                <a:lnTo>
                  <a:pt x="49" y="1176"/>
                </a:lnTo>
                <a:lnTo>
                  <a:pt x="42" y="1173"/>
                </a:lnTo>
                <a:lnTo>
                  <a:pt x="35" y="1169"/>
                </a:lnTo>
                <a:lnTo>
                  <a:pt x="29" y="1165"/>
                </a:lnTo>
                <a:lnTo>
                  <a:pt x="23" y="1159"/>
                </a:lnTo>
                <a:lnTo>
                  <a:pt x="18" y="1153"/>
                </a:lnTo>
                <a:lnTo>
                  <a:pt x="13" y="1147"/>
                </a:lnTo>
                <a:lnTo>
                  <a:pt x="9" y="1140"/>
                </a:lnTo>
                <a:lnTo>
                  <a:pt x="6" y="1133"/>
                </a:lnTo>
                <a:lnTo>
                  <a:pt x="3" y="1126"/>
                </a:lnTo>
                <a:lnTo>
                  <a:pt x="1" y="1118"/>
                </a:lnTo>
                <a:lnTo>
                  <a:pt x="0" y="1111"/>
                </a:lnTo>
                <a:lnTo>
                  <a:pt x="0" y="1103"/>
                </a:lnTo>
                <a:lnTo>
                  <a:pt x="0" y="1096"/>
                </a:lnTo>
                <a:lnTo>
                  <a:pt x="1" y="1088"/>
                </a:lnTo>
                <a:lnTo>
                  <a:pt x="3" y="1081"/>
                </a:lnTo>
                <a:lnTo>
                  <a:pt x="6" y="1073"/>
                </a:lnTo>
                <a:lnTo>
                  <a:pt x="9" y="1066"/>
                </a:lnTo>
                <a:lnTo>
                  <a:pt x="13" y="1060"/>
                </a:lnTo>
                <a:lnTo>
                  <a:pt x="18" y="1053"/>
                </a:lnTo>
                <a:lnTo>
                  <a:pt x="23" y="1047"/>
                </a:lnTo>
                <a:lnTo>
                  <a:pt x="1071" y="0"/>
                </a:lnTo>
                <a:close/>
              </a:path>
            </a:pathLst>
          </a:custGeom>
          <a:solidFill>
            <a:srgbClr val="7BC28B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BLANK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968400" y="1351300"/>
            <a:ext cx="18864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2"/>
          </p:nvPr>
        </p:nvSpPr>
        <p:spPr>
          <a:xfrm>
            <a:off x="968400" y="1868600"/>
            <a:ext cx="1886400" cy="29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ubTitle" idx="3"/>
          </p:nvPr>
        </p:nvSpPr>
        <p:spPr>
          <a:xfrm>
            <a:off x="3628800" y="1351300"/>
            <a:ext cx="18864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4"/>
          </p:nvPr>
        </p:nvSpPr>
        <p:spPr>
          <a:xfrm>
            <a:off x="3628800" y="1868600"/>
            <a:ext cx="1886400" cy="29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5"/>
          </p:nvPr>
        </p:nvSpPr>
        <p:spPr>
          <a:xfrm>
            <a:off x="6289200" y="1351300"/>
            <a:ext cx="18864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SemiBold"/>
              <a:buNone/>
              <a:defRPr sz="14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 SemiBold"/>
              <a:buNone/>
              <a:defRPr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6"/>
          </p:nvPr>
        </p:nvSpPr>
        <p:spPr>
          <a:xfrm>
            <a:off x="6289200" y="1868575"/>
            <a:ext cx="1886400" cy="29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ctrTitle"/>
          </p:nvPr>
        </p:nvSpPr>
        <p:spPr>
          <a:xfrm>
            <a:off x="677400" y="228925"/>
            <a:ext cx="778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4" name="Google Shape;74;p7"/>
          <p:cNvSpPr/>
          <p:nvPr/>
        </p:nvSpPr>
        <p:spPr>
          <a:xfrm rot="5400000">
            <a:off x="1892625" y="-38075"/>
            <a:ext cx="54300" cy="241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5" name="Google Shape;75;p7"/>
          <p:cNvSpPr/>
          <p:nvPr/>
        </p:nvSpPr>
        <p:spPr>
          <a:xfrm rot="5400000">
            <a:off x="4544850" y="-50212"/>
            <a:ext cx="54300" cy="2413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/>
          <p:nvPr/>
        </p:nvSpPr>
        <p:spPr>
          <a:xfrm rot="5400000">
            <a:off x="7197075" y="-53337"/>
            <a:ext cx="54300" cy="2413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TITLE_AND_BODY_1_3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>
            <a:spLocks noGrp="1"/>
          </p:cNvSpPr>
          <p:nvPr>
            <p:ph type="pic" idx="2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ldNum" idx="12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✓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✓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✓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>
  <p:cSld name="SECTION_HEADER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" name="Google Shape;85;p9"/>
          <p:cNvSpPr/>
          <p:nvPr/>
        </p:nvSpPr>
        <p:spPr>
          <a:xfrm rot="10800000" flipH="1">
            <a:off x="1013500" y="-125"/>
            <a:ext cx="4107600" cy="5140800"/>
          </a:xfrm>
          <a:prstGeom prst="round1Rect">
            <a:avLst>
              <a:gd name="adj" fmla="val 2263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>
            <a:spLocks noGrp="1"/>
          </p:cNvSpPr>
          <p:nvPr>
            <p:ph type="pic" idx="2"/>
          </p:nvPr>
        </p:nvSpPr>
        <p:spPr>
          <a:xfrm>
            <a:off x="0" y="399600"/>
            <a:ext cx="3947400" cy="4743900"/>
          </a:xfrm>
          <a:prstGeom prst="round1Rect">
            <a:avLst>
              <a:gd name="adj" fmla="val 22505"/>
            </a:avLst>
          </a:prstGeom>
          <a:noFill/>
          <a:ln>
            <a:noFill/>
          </a:ln>
        </p:spPr>
      </p:sp>
      <p:sp>
        <p:nvSpPr>
          <p:cNvPr id="87" name="Google Shape;87;p9"/>
          <p:cNvSpPr txBox="1">
            <a:spLocks noGrp="1"/>
          </p:cNvSpPr>
          <p:nvPr>
            <p:ph type="body" idx="1"/>
          </p:nvPr>
        </p:nvSpPr>
        <p:spPr>
          <a:xfrm>
            <a:off x="5306400" y="1194750"/>
            <a:ext cx="3650400" cy="3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ctrTitle"/>
          </p:nvPr>
        </p:nvSpPr>
        <p:spPr>
          <a:xfrm>
            <a:off x="5306400" y="399600"/>
            <a:ext cx="365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3 v2">
  <p:cSld name="CUSTOM_2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350325" y="2288263"/>
            <a:ext cx="30315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3837875" y="471425"/>
            <a:ext cx="4900800" cy="1246200"/>
          </a:xfrm>
          <a:prstGeom prst="roundRect">
            <a:avLst>
              <a:gd name="adj" fmla="val 12094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029437" y="811625"/>
            <a:ext cx="565800" cy="56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029375" y="917525"/>
            <a:ext cx="565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 A</a:t>
            </a:r>
            <a:endParaRPr sz="16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820475" y="640475"/>
            <a:ext cx="3752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3837875" y="1952900"/>
            <a:ext cx="4900800" cy="1246200"/>
          </a:xfrm>
          <a:prstGeom prst="roundRect">
            <a:avLst>
              <a:gd name="adj" fmla="val 12094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4029437" y="2293100"/>
            <a:ext cx="565800" cy="565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029375" y="2399000"/>
            <a:ext cx="565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 B</a:t>
            </a:r>
            <a:endParaRPr sz="16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2"/>
          </p:nvPr>
        </p:nvSpPr>
        <p:spPr>
          <a:xfrm>
            <a:off x="4820475" y="2121950"/>
            <a:ext cx="3752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3837875" y="3434375"/>
            <a:ext cx="4900800" cy="1246200"/>
          </a:xfrm>
          <a:prstGeom prst="roundRect">
            <a:avLst>
              <a:gd name="adj" fmla="val 12094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4029437" y="3774575"/>
            <a:ext cx="565800" cy="565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029375" y="3880475"/>
            <a:ext cx="565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 C</a:t>
            </a:r>
            <a:endParaRPr sz="16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3"/>
          </p:nvPr>
        </p:nvSpPr>
        <p:spPr>
          <a:xfrm>
            <a:off x="4820475" y="3603425"/>
            <a:ext cx="3752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ctrTitle"/>
          </p:nvPr>
        </p:nvSpPr>
        <p:spPr>
          <a:xfrm>
            <a:off x="0" y="125656"/>
            <a:ext cx="7710450" cy="127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ru-RU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программного обеспечения для удаленного централизованного управления с использованием C# на базе «Компьютер-Сервис»</a:t>
            </a:r>
            <a:endParaRPr dirty="0"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46450" y="3918625"/>
            <a:ext cx="63720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500">
                <a:solidFill>
                  <a:schemeClr val="dk1"/>
                </a:solidFill>
              </a:rPr>
              <a:t>Выполнил: Лабарешных В. А.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" sz="1500">
                <a:solidFill>
                  <a:schemeClr val="dk1"/>
                </a:solidFill>
              </a:rPr>
              <a:t>Руководитель: Хочков Н. Ю.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ctrTitle"/>
          </p:nvPr>
        </p:nvSpPr>
        <p:spPr>
          <a:xfrm>
            <a:off x="354592" y="138425"/>
            <a:ext cx="8452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Актуальность удаленного централизованного управления в разработке программного обеспечения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1"/>
          </p:nvPr>
        </p:nvSpPr>
        <p:spPr>
          <a:xfrm>
            <a:off x="460650" y="2846775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>
                <a:solidFill>
                  <a:schemeClr val="dk1"/>
                </a:solidFill>
              </a:rPr>
              <a:t>Автоматизация управления сетевой инфраструктурой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2"/>
          </p:nvPr>
        </p:nvSpPr>
        <p:spPr>
          <a:xfrm>
            <a:off x="460650" y="3420075"/>
            <a:ext cx="25983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ru" sz="1400"/>
              <a:t>Существует растущий спрос на автоматизацию для повышения эффективности управления сетевой инфраструктурой.</a:t>
            </a:r>
            <a:endParaRPr sz="1400"/>
          </a:p>
        </p:txBody>
      </p:sp>
      <p:pic>
        <p:nvPicPr>
          <p:cNvPr id="159" name="Google Shape;159;p2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0650" y="1176925"/>
            <a:ext cx="1557300" cy="155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60" name="Google Shape;160;p23"/>
          <p:cNvSpPr txBox="1">
            <a:spLocks noGrp="1"/>
          </p:cNvSpPr>
          <p:nvPr>
            <p:ph type="subTitle" idx="4"/>
          </p:nvPr>
        </p:nvSpPr>
        <p:spPr>
          <a:xfrm>
            <a:off x="3281700" y="2846763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>
                <a:solidFill>
                  <a:schemeClr val="dk1"/>
                </a:solidFill>
              </a:rPr>
              <a:t>Централизованное управление сетевыми устройствами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5"/>
          </p:nvPr>
        </p:nvSpPr>
        <p:spPr>
          <a:xfrm>
            <a:off x="3281700" y="3423038"/>
            <a:ext cx="2598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ru" sz="1500"/>
              <a:t>Централизованное управление необходимо для эффективного контроля нескольких сетевых устройств.</a:t>
            </a:r>
            <a:endParaRPr sz="1500"/>
          </a:p>
        </p:txBody>
      </p:sp>
      <p:pic>
        <p:nvPicPr>
          <p:cNvPr id="162" name="Google Shape;162;p23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3278150" y="1182875"/>
            <a:ext cx="1557300" cy="155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63" name="Google Shape;163;p23"/>
          <p:cNvSpPr txBox="1">
            <a:spLocks noGrp="1"/>
          </p:cNvSpPr>
          <p:nvPr>
            <p:ph type="subTitle" idx="7"/>
          </p:nvPr>
        </p:nvSpPr>
        <p:spPr>
          <a:xfrm>
            <a:off x="6102750" y="2846775"/>
            <a:ext cx="25983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>
                <a:solidFill>
                  <a:schemeClr val="dk1"/>
                </a:solidFill>
              </a:rPr>
              <a:t>Оптимизация процессов администрирования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8"/>
          </p:nvPr>
        </p:nvSpPr>
        <p:spPr>
          <a:xfrm>
            <a:off x="6102750" y="3423050"/>
            <a:ext cx="2704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ru" sz="1500"/>
              <a:t>Оптимизация процессов администрирования имеет решающее значение для повышения операционной эффективности.</a:t>
            </a:r>
            <a:endParaRPr sz="1500"/>
          </a:p>
        </p:txBody>
      </p:sp>
      <p:pic>
        <p:nvPicPr>
          <p:cNvPr id="165" name="Google Shape;165;p23"/>
          <p:cNvPicPr preferRelativeResize="0">
            <a:picLocks noGrp="1"/>
          </p:cNvPicPr>
          <p:nvPr>
            <p:ph type="pic" idx="9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099200" y="1182875"/>
            <a:ext cx="1557300" cy="155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ctrTitle"/>
          </p:nvPr>
        </p:nvSpPr>
        <p:spPr>
          <a:xfrm>
            <a:off x="471600" y="363600"/>
            <a:ext cx="420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208200" y="1224900"/>
            <a:ext cx="4728000" cy="314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 Разработка приложения для удаленного централизованного управления сетевыми устройствами.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lvl="0" indent="-234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  <a:tabLst>
                <a:tab pos="269875" algn="l"/>
              </a:tabLst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системы подключения к удаленным устройствам;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  <a:tabLst>
                <a:tab pos="269875" algn="l"/>
              </a:tabLst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функционала отслеживания состояния устройств;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  <a:tabLst>
                <a:tab pos="269875" algn="l"/>
              </a:tabLst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сетевого оборудования;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  <a:tabLst>
                <a:tab pos="269875" algn="l"/>
              </a:tabLst>
            </a:pPr>
            <a:r>
              <a:rPr lang="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безопасного удаленного доступа.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2" name="Google Shape;172;p2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396" r="8387"/>
          <a:stretch/>
        </p:blipFill>
        <p:spPr>
          <a:xfrm>
            <a:off x="5098725" y="510450"/>
            <a:ext cx="3867900" cy="46482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151250" y="330275"/>
            <a:ext cx="883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281D27"/>
                </a:solidFill>
              </a:rPr>
              <a:t>Технические особенности и используемые технологии</a:t>
            </a:r>
            <a:endParaRPr>
              <a:solidFill>
                <a:srgbClr val="281D27"/>
              </a:solidFill>
            </a:endParaRPr>
          </a:p>
        </p:txBody>
      </p:sp>
      <p:sp>
        <p:nvSpPr>
          <p:cNvPr id="178" name="Google Shape;178;p25"/>
          <p:cNvSpPr txBox="1">
            <a:spLocks noGrp="1"/>
          </p:cNvSpPr>
          <p:nvPr>
            <p:ph type="body" idx="2"/>
          </p:nvPr>
        </p:nvSpPr>
        <p:spPr>
          <a:xfrm>
            <a:off x="3314888" y="2105225"/>
            <a:ext cx="2508600" cy="23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ru" sz="1302">
                <a:solidFill>
                  <a:srgbClr val="281D27"/>
                </a:solidFill>
              </a:rPr>
              <a:t>Оно построено на платформе Windows Presentation Foundation (WPF), которая позволяет создать современный и визуально привлекательный пользовательский интерфейс и улучшает взаимодействие с пользователем.</a:t>
            </a:r>
            <a:endParaRPr sz="1302">
              <a:solidFill>
                <a:srgbClr val="281D27"/>
              </a:solidFill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body" idx="1"/>
          </p:nvPr>
        </p:nvSpPr>
        <p:spPr>
          <a:xfrm>
            <a:off x="617650" y="2233625"/>
            <a:ext cx="2462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ru" sz="1500">
                <a:solidFill>
                  <a:srgbClr val="281D27"/>
                </a:solidFill>
              </a:rPr>
              <a:t>Приложение разработано с использованием C# — языка программирования, известного своей надежностью и производительностью. </a:t>
            </a:r>
            <a:endParaRPr sz="1500">
              <a:solidFill>
                <a:srgbClr val="281D27"/>
              </a:solidFill>
            </a:endParaRPr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3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ru" sz="1500">
                <a:solidFill>
                  <a:srgbClr val="281D27"/>
                </a:solidFill>
              </a:rPr>
              <a:t>Чтобы обеспечить безопасную связь, приложение использует SSH (Secure Shell) в качестве протокола управления. </a:t>
            </a:r>
            <a:endParaRPr sz="1500">
              <a:solidFill>
                <a:srgbClr val="281D2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Главное окно управления устройствами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636575" y="980850"/>
            <a:ext cx="78477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600" b="0" i="0" u="none" strike="noStrike" cap="none" dirty="0">
                <a:solidFill>
                  <a:srgbClr val="666666"/>
                </a:solidFill>
                <a:latin typeface="Figtree"/>
                <a:ea typeface="Figtree"/>
                <a:cs typeface="Figtree"/>
                <a:sym typeface="Figtree"/>
              </a:rPr>
              <a:t>Основной интерфейс позволяет пользователям эффективно управлять устройствами.</a:t>
            </a:r>
            <a:endParaRPr sz="1600" b="0" i="0" u="none" strike="noStrike" cap="none" dirty="0">
              <a:solidFill>
                <a:srgbClr val="666666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dk2"/>
              </a:solidFill>
              <a:latin typeface="Tilt Neon"/>
              <a:ea typeface="Tilt Neon"/>
              <a:cs typeface="Tilt Neon"/>
              <a:sym typeface="Tilt Neon"/>
            </a:endParaRP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5F1006B1-61A0-5CB3-4464-4D4390E8A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878" y="1366684"/>
            <a:ext cx="5851255" cy="3620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7357F-F3BC-80B5-1504-F3174C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Главное окно управления устройствами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03631E-D088-04B5-4948-2F6BC3C0E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215" y="959700"/>
            <a:ext cx="7721358" cy="456296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sz="1600" dirty="0">
                <a:solidFill>
                  <a:srgbClr val="666666"/>
                </a:solidFill>
                <a:latin typeface="Figtree"/>
                <a:ea typeface="Figtree"/>
                <a:cs typeface="Figtree"/>
                <a:sym typeface="Figtree"/>
              </a:rPr>
              <a:t>Список устройств </a:t>
            </a:r>
          </a:p>
          <a:p>
            <a:pPr marL="114300" indent="0">
              <a:buNone/>
            </a:pPr>
            <a:endParaRPr lang="ru-RU" sz="1600" dirty="0">
              <a:solidFill>
                <a:srgbClr val="666666"/>
              </a:solidFill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25946B9D-EF1D-99AC-4A77-028EF1A4A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347" y="1211270"/>
            <a:ext cx="6255359" cy="3834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207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396850" y="418575"/>
            <a:ext cx="53433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Окно для добавления устройства</a:t>
            </a:r>
            <a:endParaRPr sz="2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396850" y="945975"/>
            <a:ext cx="50415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800" b="0" i="0" u="none" strike="noStrike" cap="none">
                <a:solidFill>
                  <a:srgbClr val="666666"/>
                </a:solidFill>
                <a:latin typeface="Figtree"/>
                <a:ea typeface="Figtree"/>
                <a:cs typeface="Figtree"/>
                <a:sym typeface="Figtree"/>
              </a:rPr>
              <a:t>Пользователи могут легко добавлять новые устройства через специальный интерфейс.</a:t>
            </a:r>
            <a:endParaRPr sz="1800" b="0" i="0" u="none" strike="noStrike" cap="none">
              <a:solidFill>
                <a:srgbClr val="66666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/>
          <a:srcRect/>
          <a:stretch/>
        </p:blipFill>
        <p:spPr>
          <a:xfrm>
            <a:off x="5440426" y="265272"/>
            <a:ext cx="3306724" cy="4612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1111"/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Интерфейс настройки устройств</a:t>
            </a:r>
            <a:br>
              <a:rPr lang="ru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566250" y="1018792"/>
            <a:ext cx="77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Программа предоставляет удобный интерфейс для настройки устройств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566250" y="1770250"/>
            <a:ext cx="29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6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для настройки Cisco</a:t>
            </a:r>
            <a:endParaRPr sz="16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329400" y="1647250"/>
            <a:ext cx="297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для настройки MikroTik</a:t>
            </a:r>
            <a:endParaRPr sz="16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277079" y="2396159"/>
            <a:ext cx="4177771" cy="2477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4720921" y="2324350"/>
            <a:ext cx="4188456" cy="2549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subTitle" idx="1"/>
          </p:nvPr>
        </p:nvSpPr>
        <p:spPr>
          <a:xfrm>
            <a:off x="1249050" y="1126800"/>
            <a:ext cx="26292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 sz="1700" dirty="0"/>
              <a:t>Достигнутые цели и реализованные функции</a:t>
            </a:r>
            <a:endParaRPr sz="1700" dirty="0"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2"/>
          </p:nvPr>
        </p:nvSpPr>
        <p:spPr>
          <a:xfrm>
            <a:off x="1070475" y="2033100"/>
            <a:ext cx="28503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Создано функциональное приложение для управления сетевой инфраструктурой. Пользовательский интерфейс разработан таким образом, чтобы быть удобным для пользователя.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9"/>
          <p:cNvSpPr txBox="1">
            <a:spLocks noGrp="1"/>
          </p:cNvSpPr>
          <p:nvPr>
            <p:ph type="subTitle" idx="3"/>
          </p:nvPr>
        </p:nvSpPr>
        <p:spPr>
          <a:xfrm>
            <a:off x="5023050" y="1126800"/>
            <a:ext cx="2787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 sz="1700"/>
              <a:t>Удобный интерфейс и безопасность удаленного доступа</a:t>
            </a:r>
            <a:endParaRPr sz="1700"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4"/>
          </p:nvPr>
        </p:nvSpPr>
        <p:spPr>
          <a:xfrm>
            <a:off x="5023050" y="1939800"/>
            <a:ext cx="2629200" cy="1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Обеспечивает безопасный удаленный доступ при сохранении простоты использования.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ctrTitle"/>
          </p:nvPr>
        </p:nvSpPr>
        <p:spPr>
          <a:xfrm>
            <a:off x="677400" y="228925"/>
            <a:ext cx="778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Результаты проекта</a:t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677400" y="931550"/>
            <a:ext cx="7952100" cy="32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1181025" y="1061000"/>
            <a:ext cx="2629200" cy="65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9"/>
          <p:cNvSpPr/>
          <p:nvPr/>
        </p:nvSpPr>
        <p:spPr>
          <a:xfrm>
            <a:off x="5101950" y="1061000"/>
            <a:ext cx="2629200" cy="657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>
            <a:spLocks noGrp="1"/>
          </p:cNvSpPr>
          <p:nvPr>
            <p:ph type="pic" idx="2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b="0">
                <a:solidFill>
                  <a:srgbClr val="000000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Перспективы развития Программы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body" idx="1"/>
          </p:nvPr>
        </p:nvSpPr>
        <p:spPr>
          <a:xfrm>
            <a:off x="566250" y="1382725"/>
            <a:ext cx="4214100" cy="3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Будущие модели поведения и улучшения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В планах на будущие усовершенствования — добавление новых функций. Намерение включить дополнительные протоколы.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дополнительных типов устройств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В будущих обновлениях также будет сделана поддержка большего количества типов устройств для обеспечения более широкой совместимости.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2975" y="0"/>
            <a:ext cx="42710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395" r="8394"/>
          <a:stretch/>
        </p:blipFill>
        <p:spPr>
          <a:xfrm>
            <a:off x="0" y="399600"/>
            <a:ext cx="3947400" cy="47439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230" name="Google Shape;230;p31"/>
          <p:cNvSpPr txBox="1">
            <a:spLocks noGrp="1"/>
          </p:cNvSpPr>
          <p:nvPr>
            <p:ph type="body" idx="1"/>
          </p:nvPr>
        </p:nvSpPr>
        <p:spPr>
          <a:xfrm>
            <a:off x="5201400" y="946800"/>
            <a:ext cx="3860400" cy="391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700" dirty="0">
                <a:latin typeface="Times New Roman"/>
                <a:ea typeface="Times New Roman"/>
                <a:cs typeface="Times New Roman"/>
                <a:sym typeface="Times New Roman"/>
              </a:rPr>
              <a:t>Подводя итог, можно сказать, что этот проект по удаленному централизованному управлению отвечает текущим потребностям в сетевом администрировании за счет автоматизации, централизованного управления и повышения безопасности. Разработанное решение обещает оптимизировать процессы и повысить эффективность управления сетевыми устройствами с захватывающими перспективами для будущих усовершенствований.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1"/>
          <p:cNvSpPr txBox="1">
            <a:spLocks noGrp="1"/>
          </p:cNvSpPr>
          <p:nvPr>
            <p:ph type="ctrTitle"/>
          </p:nvPr>
        </p:nvSpPr>
        <p:spPr>
          <a:xfrm>
            <a:off x="5306400" y="399600"/>
            <a:ext cx="365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373</Words>
  <Application>Microsoft Office PowerPoint</Application>
  <PresentationFormat>Экран (16:9)</PresentationFormat>
  <Paragraphs>44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Figtree ExtraBold</vt:lpstr>
      <vt:lpstr>Arial</vt:lpstr>
      <vt:lpstr>Manrope</vt:lpstr>
      <vt:lpstr>Figtree SemiBold</vt:lpstr>
      <vt:lpstr>Times New Roman</vt:lpstr>
      <vt:lpstr>Tilt Neon</vt:lpstr>
      <vt:lpstr>Inter</vt:lpstr>
      <vt:lpstr>DM Sans</vt:lpstr>
      <vt:lpstr>Figtree</vt:lpstr>
      <vt:lpstr>Inter Medium</vt:lpstr>
      <vt:lpstr>Simple Light</vt:lpstr>
      <vt:lpstr>Разработка программного обеспечения для удаленного централизованного управления с использованием C# на базе «Компьютер-Сервис»</vt:lpstr>
      <vt:lpstr>Актуальность удаленного централизованного управления в разработке программного обеспечения</vt:lpstr>
      <vt:lpstr>Цель и задачи</vt:lpstr>
      <vt:lpstr>Технические особенности и используемые технологии</vt:lpstr>
      <vt:lpstr>Главное окно управления устройствами</vt:lpstr>
      <vt:lpstr>Главное окно управления устройствами</vt:lpstr>
      <vt:lpstr>Окно для добавления устройства</vt:lpstr>
      <vt:lpstr>Интерфейс настройки устройств </vt:lpstr>
      <vt:lpstr>Результаты проекта</vt:lpstr>
      <vt:lpstr>Перспективы развития Программы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Владимир Лабарешных</cp:lastModifiedBy>
  <cp:revision>5</cp:revision>
  <dcterms:modified xsi:type="dcterms:W3CDTF">2025-06-16T16:34:35Z</dcterms:modified>
</cp:coreProperties>
</file>